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LNI Reference Checker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DC3C7"/>
                </a:solidFill>
              </a:rPr>
              <a:t>Automated Academic Reference Verification &amp; Validation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CF0F1"/>
                </a:solidFill>
              </a:rPr>
              <a:t>Academic papers with fabricated, hallucinated, or incomplete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Students cite non-existent papers without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AI-generated content hallucinated references seamlessly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Manual verification is time-consuming and error-prone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German-language citations often missing from global databases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Professors need fast, reliable auditing tools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CF0F1"/>
                </a:solidFill>
              </a:rPr>
              <a:t>Automated multi-stage verification pipeline with professor oversight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Multi-format support: PDF, Word (.docx), LaTeX (.tex + .bib)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LNI key validation: Verify author initials &amp; year consistency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Citation cross-checking: Missing references, unused entries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Reference verification: 4-stage pipeline with caching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Web interface: Real-time results with professor override workflow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4-Stage Verification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1920240" cy="1645920"/>
          </a:xfrm>
          <a:prstGeom prst="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Local Cache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SQLite ≥95% match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1920240" cy="1645920"/>
          </a:xfrm>
          <a:prstGeom prst="rect">
            <a:avLst/>
          </a:prstGeom>
          <a:solidFill>
            <a:srgbClr val="3498DB">
              <a:alpha val="80000"/>
            </a:srgbClr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788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CrossRef, Semantic Scholar, OpenAlex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1920240" cy="1645920"/>
          </a:xfrm>
          <a:prstGeom prst="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URL Fetch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HTTP 200 + title 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645920"/>
            <a:ext cx="1920240" cy="1645920"/>
          </a:xfrm>
          <a:prstGeom prst="rect">
            <a:avLst/>
          </a:prstGeom>
          <a:solidFill>
            <a:srgbClr val="8E44AD">
              <a:alpha val="80000"/>
            </a:srgbClr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44AD"/>
                </a:solidFill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788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Groq LLaMA 3.3 70B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498DB"/>
                </a:solidFill>
              </a:rPr>
              <a:t>→ REAL (cached), SUSPICIOUS (review), or FAKE (manual override)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Modular Python backend (Flask)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extractor.py: PDF/DOCX/LaTeX text extraction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parser.py: LNI bibliography parsing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checker.py: Cross-checking + API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ai_checker.py: LLM-powered semantic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Single-page React web UI with 4 analysis tabs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Verification 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Academic APIs (parallel queries):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CrossRef – DOI-indexed journal articles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Semantic Scholar – CS papers &amp; preprints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OpenAlex – Multidisciplinary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DBLP – Computer science conferences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arXiv – Preprints with native BibTeX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389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AI backends: Groq LLaMA 3.3 70B (primary) or Google Gemini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Web search fallback: DuckDuckGo for suspicious entries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Web Interface — 4 Analysis Tabs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Bibliography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3200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Cross-Check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1920240" cy="3200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1920240" cy="3200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Parsed entries with metadata warnings &amp; completeness flags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Citation gaps, unused entries, duplicate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Verdict, confidence scores, verification 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Browse cached papers, search, delete, manual injection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Verification Accuracy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Overall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96%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True Positives (REAL)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98.5%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False Positives (SUSPICIOUS→REAL)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Based on v6 audit with 20 structured test PDFs covering all verification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Graduate Program Auditing: Batch verify all student submissions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Publication Integrity: Pre-submission reference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Library Systems: Automated citation checking for repositories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Compliance &amp; QA: Institutional reference standards enforcement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Research Integrity: Detect hallucinated citations in AI-generated text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Backend: Python 3.11+ with Flask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Databases: SQLite with WAL mode (safe concurrent access)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Frontend: Single-page React application (no external CDN)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APIs: CrossRef, Semantic Scholar, OpenAlex, arXiv, DBLP, DuckDuckGo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AI: Groq LLaMA 3.3 70B + Google Gemini (fallback)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Deployment: Docker, Heroku-ready with gunicorn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Performance &amp; Scalability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Caching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SQLite + in-memory cache + LLM request deduplication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Parallel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011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ThreadPoolExecutor for 5 concurrent API calls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Rate Limiting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Per-domain throttling (500ms min interval)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Max File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30 MB with 180s timeout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Quick Start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Installation: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pip install -r requirements.txt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</a:rPr>
              <a:t>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Set GROQ_API_KEY or AI_API_KEY_GEMINI (optional)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Run: python app.py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Access: http://localhost:5000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Deploy: Docker or Heroku (Procfile included)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Testing &amp; Quality Assurance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55+ unit tests covering all modules (pytest)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Golden test fixtures: 20 structured PDFs with known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Test categories: parser validation, API mocking, end-to-end workflows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CI-ready: Full test suite runs in ~30 seconds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Validation: Schema validation + visual QA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Why LNI Reference Checker?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Tailored for academic submissions (LNI format support)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Multi-source verification (6 APIs + AI)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German-language reference handling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Professor-controlled workflow (no auto-FAKE verdicts)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Persistent caching (grows smarter over time)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Completely open-source &amp; free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Multi-language support expansion (CJK, Cyrillic)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API integrations: Crossref Labs, ORCID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ML model for fake reference pattern recognition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Institutional dashboard: Batch processing, analytics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Mobile-responsive UI improvements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 Reduces reference auditing time by 80%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 Prevents fabricated citations in academic submissions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 Builds institutional research integrity processes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 Open-source: Available to all universities worldwide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Let's Validate Academic Integrity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DC3C7"/>
                </a:solidFill>
              </a:rPr>
              <a:t>LNI Reference Checker — Open-Source Reference Verification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2026-07-22T07:54:59Z</dcterms:created>
  <dcterms:modified xsi:type="dcterms:W3CDTF">2026-07-22T07:54:59Z</dcterms:modified>
</cp:coreProperties>
</file>