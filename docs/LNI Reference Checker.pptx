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5CA77A-9003-498B-801A-C0AEF9672B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9027C74-0243-44E4-93BF-B0ABEA686616}">
      <dgm:prSet/>
      <dgm:spPr/>
      <dgm:t>
        <a:bodyPr/>
        <a:lstStyle/>
        <a:p>
          <a:pPr>
            <a:defRPr b="1"/>
          </a:pPr>
          <a:r>
            <a:rPr lang="en-US"/>
            <a:t>Professors spend hours manually checking student references</a:t>
          </a:r>
        </a:p>
      </dgm:t>
    </dgm:pt>
    <dgm:pt modelId="{F953A0B2-D953-468F-8A17-3126B23D3612}" type="parTrans" cxnId="{48D2D108-7856-483C-93CD-2FB721299617}">
      <dgm:prSet/>
      <dgm:spPr/>
      <dgm:t>
        <a:bodyPr/>
        <a:lstStyle/>
        <a:p>
          <a:endParaRPr lang="en-US"/>
        </a:p>
      </dgm:t>
    </dgm:pt>
    <dgm:pt modelId="{31F8155F-ED11-4889-89CB-F9FE3EF59010}" type="sibTrans" cxnId="{48D2D108-7856-483C-93CD-2FB721299617}">
      <dgm:prSet/>
      <dgm:spPr/>
      <dgm:t>
        <a:bodyPr/>
        <a:lstStyle/>
        <a:p>
          <a:endParaRPr lang="en-US"/>
        </a:p>
      </dgm:t>
    </dgm:pt>
    <dgm:pt modelId="{6E5D9F81-2029-49B2-BE66-CA3860CDA681}">
      <dgm:prSet/>
      <dgm:spPr/>
      <dgm:t>
        <a:bodyPr/>
        <a:lstStyle/>
        <a:p>
          <a:pPr>
            <a:defRPr b="1"/>
          </a:pPr>
          <a:r>
            <a:rPr lang="en-US"/>
            <a:t>Common issues in submissions:</a:t>
          </a:r>
        </a:p>
      </dgm:t>
    </dgm:pt>
    <dgm:pt modelId="{BCE42D80-7BBA-4F07-A998-4CD56ABA7B92}" type="parTrans" cxnId="{0CB8FEB1-C777-4DE8-8261-8C699FF34633}">
      <dgm:prSet/>
      <dgm:spPr/>
      <dgm:t>
        <a:bodyPr/>
        <a:lstStyle/>
        <a:p>
          <a:endParaRPr lang="en-US"/>
        </a:p>
      </dgm:t>
    </dgm:pt>
    <dgm:pt modelId="{C6A6622A-3EF9-41E1-80FF-E263C26C280A}" type="sibTrans" cxnId="{0CB8FEB1-C777-4DE8-8261-8C699FF34633}">
      <dgm:prSet/>
      <dgm:spPr/>
      <dgm:t>
        <a:bodyPr/>
        <a:lstStyle/>
        <a:p>
          <a:endParaRPr lang="en-US"/>
        </a:p>
      </dgm:t>
    </dgm:pt>
    <dgm:pt modelId="{02480B22-6548-4BCF-A0F3-EC701841B1F0}">
      <dgm:prSet/>
      <dgm:spPr/>
      <dgm:t>
        <a:bodyPr/>
        <a:lstStyle/>
        <a:p>
          <a:r>
            <a:rPr lang="en-US"/>
            <a:t>Missing bibliography entries</a:t>
          </a:r>
        </a:p>
      </dgm:t>
    </dgm:pt>
    <dgm:pt modelId="{B717D69D-4A73-40D6-B010-60253D19C446}" type="parTrans" cxnId="{4B033545-7038-4596-84EB-45E657AC3DD7}">
      <dgm:prSet/>
      <dgm:spPr/>
      <dgm:t>
        <a:bodyPr/>
        <a:lstStyle/>
        <a:p>
          <a:endParaRPr lang="en-US"/>
        </a:p>
      </dgm:t>
    </dgm:pt>
    <dgm:pt modelId="{2148BB8F-EDD3-4092-8891-16EF5F73A900}" type="sibTrans" cxnId="{4B033545-7038-4596-84EB-45E657AC3DD7}">
      <dgm:prSet/>
      <dgm:spPr/>
      <dgm:t>
        <a:bodyPr/>
        <a:lstStyle/>
        <a:p>
          <a:endParaRPr lang="en-US"/>
        </a:p>
      </dgm:t>
    </dgm:pt>
    <dgm:pt modelId="{CC93B74A-E047-4DF3-905D-6EA41E563821}">
      <dgm:prSet/>
      <dgm:spPr/>
      <dgm:t>
        <a:bodyPr/>
        <a:lstStyle/>
        <a:p>
          <a:r>
            <a:rPr lang="en-US"/>
            <a:t>Incorrect LNI key formats</a:t>
          </a:r>
        </a:p>
      </dgm:t>
    </dgm:pt>
    <dgm:pt modelId="{F7CFCC26-403B-4C46-B8B2-90248EE8CD5B}" type="parTrans" cxnId="{483B1521-EE25-4DBB-864C-25E1F87A0B52}">
      <dgm:prSet/>
      <dgm:spPr/>
      <dgm:t>
        <a:bodyPr/>
        <a:lstStyle/>
        <a:p>
          <a:endParaRPr lang="en-US"/>
        </a:p>
      </dgm:t>
    </dgm:pt>
    <dgm:pt modelId="{4F3A822D-54EC-4E8D-9C04-089167C544AA}" type="sibTrans" cxnId="{483B1521-EE25-4DBB-864C-25E1F87A0B52}">
      <dgm:prSet/>
      <dgm:spPr/>
      <dgm:t>
        <a:bodyPr/>
        <a:lstStyle/>
        <a:p>
          <a:endParaRPr lang="en-US"/>
        </a:p>
      </dgm:t>
    </dgm:pt>
    <dgm:pt modelId="{2B8B5209-4BAD-47CE-86A0-9C58BE337FB3}">
      <dgm:prSet/>
      <dgm:spPr/>
      <dgm:t>
        <a:bodyPr/>
        <a:lstStyle/>
        <a:p>
          <a:r>
            <a:rPr lang="en-US"/>
            <a:t>Fabricated / fake references</a:t>
          </a:r>
        </a:p>
      </dgm:t>
    </dgm:pt>
    <dgm:pt modelId="{B037FCD8-CFF3-40C9-A1BE-3BB56EFA2369}" type="parTrans" cxnId="{13D0E51B-A19D-4A96-8AFF-7BE384B53FCB}">
      <dgm:prSet/>
      <dgm:spPr/>
      <dgm:t>
        <a:bodyPr/>
        <a:lstStyle/>
        <a:p>
          <a:endParaRPr lang="en-US"/>
        </a:p>
      </dgm:t>
    </dgm:pt>
    <dgm:pt modelId="{6EAB6F2C-0230-4822-8CAE-949423D3A157}" type="sibTrans" cxnId="{13D0E51B-A19D-4A96-8AFF-7BE384B53FCB}">
      <dgm:prSet/>
      <dgm:spPr/>
      <dgm:t>
        <a:bodyPr/>
        <a:lstStyle/>
        <a:p>
          <a:endParaRPr lang="en-US"/>
        </a:p>
      </dgm:t>
    </dgm:pt>
    <dgm:pt modelId="{F39A5429-029F-406D-A01F-A81BF314BA1C}">
      <dgm:prSet/>
      <dgm:spPr/>
      <dgm:t>
        <a:bodyPr/>
        <a:lstStyle/>
        <a:p>
          <a:r>
            <a:rPr lang="en-US"/>
            <a:t>Retracted papers cited</a:t>
          </a:r>
        </a:p>
      </dgm:t>
    </dgm:pt>
    <dgm:pt modelId="{B236E979-EC81-4557-B44A-7EC278B64176}" type="parTrans" cxnId="{797661FD-D49B-4CD1-A58B-0DD3C5FA0521}">
      <dgm:prSet/>
      <dgm:spPr/>
      <dgm:t>
        <a:bodyPr/>
        <a:lstStyle/>
        <a:p>
          <a:endParaRPr lang="en-US"/>
        </a:p>
      </dgm:t>
    </dgm:pt>
    <dgm:pt modelId="{92551D41-ED92-4CF2-817C-5E08A8389870}" type="sibTrans" cxnId="{797661FD-D49B-4CD1-A58B-0DD3C5FA0521}">
      <dgm:prSet/>
      <dgm:spPr/>
      <dgm:t>
        <a:bodyPr/>
        <a:lstStyle/>
        <a:p>
          <a:endParaRPr lang="en-US"/>
        </a:p>
      </dgm:t>
    </dgm:pt>
    <dgm:pt modelId="{8F9C266F-05F8-4874-BC0B-382BCC303A97}">
      <dgm:prSet/>
      <dgm:spPr/>
      <dgm:t>
        <a:bodyPr/>
        <a:lstStyle/>
        <a:p>
          <a:r>
            <a:rPr lang="en-US"/>
            <a:t>Formatting errors (page ranges, author order)</a:t>
          </a:r>
        </a:p>
      </dgm:t>
    </dgm:pt>
    <dgm:pt modelId="{E80F4258-CC1B-46C7-ABA7-F251E82232B8}" type="parTrans" cxnId="{C6869BB9-AEE2-468B-AED6-828A1B25AA61}">
      <dgm:prSet/>
      <dgm:spPr/>
      <dgm:t>
        <a:bodyPr/>
        <a:lstStyle/>
        <a:p>
          <a:endParaRPr lang="en-US"/>
        </a:p>
      </dgm:t>
    </dgm:pt>
    <dgm:pt modelId="{2DCB0093-8CEE-4AF7-9E21-6D61E7CA16E2}" type="sibTrans" cxnId="{C6869BB9-AEE2-468B-AED6-828A1B25AA61}">
      <dgm:prSet/>
      <dgm:spPr/>
      <dgm:t>
        <a:bodyPr/>
        <a:lstStyle/>
        <a:p>
          <a:endParaRPr lang="en-US"/>
        </a:p>
      </dgm:t>
    </dgm:pt>
    <dgm:pt modelId="{21EBD39D-A91C-4417-989F-908251497A50}">
      <dgm:prSet/>
      <dgm:spPr/>
      <dgm:t>
        <a:bodyPr/>
        <a:lstStyle/>
        <a:p>
          <a:pPr>
            <a:defRPr b="1"/>
          </a:pPr>
          <a:r>
            <a:rPr lang="en-US"/>
            <a:t>Need for fast, automated, multi-source verification</a:t>
          </a:r>
        </a:p>
      </dgm:t>
    </dgm:pt>
    <dgm:pt modelId="{BE59EE4A-E909-40BF-AB7E-B71C21BB183D}" type="parTrans" cxnId="{42E7ABE7-E97B-4551-8393-C9FCA00AC1FC}">
      <dgm:prSet/>
      <dgm:spPr/>
      <dgm:t>
        <a:bodyPr/>
        <a:lstStyle/>
        <a:p>
          <a:endParaRPr lang="en-US"/>
        </a:p>
      </dgm:t>
    </dgm:pt>
    <dgm:pt modelId="{A0ED4DE3-DF3E-4369-9950-8544440C2EFA}" type="sibTrans" cxnId="{42E7ABE7-E97B-4551-8393-C9FCA00AC1FC}">
      <dgm:prSet/>
      <dgm:spPr/>
      <dgm:t>
        <a:bodyPr/>
        <a:lstStyle/>
        <a:p>
          <a:endParaRPr lang="en-US"/>
        </a:p>
      </dgm:t>
    </dgm:pt>
    <dgm:pt modelId="{01C905EA-1283-4486-B232-EA921DE2A5B7}" type="pres">
      <dgm:prSet presAssocID="{6F5CA77A-9003-498B-801A-C0AEF9672BF6}" presName="root" presStyleCnt="0">
        <dgm:presLayoutVars>
          <dgm:dir/>
          <dgm:resizeHandles val="exact"/>
        </dgm:presLayoutVars>
      </dgm:prSet>
      <dgm:spPr/>
    </dgm:pt>
    <dgm:pt modelId="{A7183DFC-7738-4FAB-8B3A-AC905B048F23}" type="pres">
      <dgm:prSet presAssocID="{C9027C74-0243-44E4-93BF-B0ABEA686616}" presName="compNode" presStyleCnt="0"/>
      <dgm:spPr/>
    </dgm:pt>
    <dgm:pt modelId="{7BDC6EA6-6BFA-4DC6-AF53-F1FC97C3B02F}" type="pres">
      <dgm:prSet presAssocID="{C9027C74-0243-44E4-93BF-B0ABEA68661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03E679E-C17A-418E-88C9-3046CD43286B}" type="pres">
      <dgm:prSet presAssocID="{C9027C74-0243-44E4-93BF-B0ABEA686616}" presName="iconSpace" presStyleCnt="0"/>
      <dgm:spPr/>
    </dgm:pt>
    <dgm:pt modelId="{2A6D2D21-8288-4EA0-A630-D3D6625D05A0}" type="pres">
      <dgm:prSet presAssocID="{C9027C74-0243-44E4-93BF-B0ABEA686616}" presName="parTx" presStyleLbl="revTx" presStyleIdx="0" presStyleCnt="6">
        <dgm:presLayoutVars>
          <dgm:chMax val="0"/>
          <dgm:chPref val="0"/>
        </dgm:presLayoutVars>
      </dgm:prSet>
      <dgm:spPr/>
    </dgm:pt>
    <dgm:pt modelId="{4A626BDC-CAD1-4E0E-8F5B-14CF002A2B93}" type="pres">
      <dgm:prSet presAssocID="{C9027C74-0243-44E4-93BF-B0ABEA686616}" presName="txSpace" presStyleCnt="0"/>
      <dgm:spPr/>
    </dgm:pt>
    <dgm:pt modelId="{84D95C87-470C-42B8-B384-871CFD2E2A37}" type="pres">
      <dgm:prSet presAssocID="{C9027C74-0243-44E4-93BF-B0ABEA686616}" presName="desTx" presStyleLbl="revTx" presStyleIdx="1" presStyleCnt="6">
        <dgm:presLayoutVars/>
      </dgm:prSet>
      <dgm:spPr/>
    </dgm:pt>
    <dgm:pt modelId="{C15716B6-A09E-4480-A9D2-51826EE56D64}" type="pres">
      <dgm:prSet presAssocID="{31F8155F-ED11-4889-89CB-F9FE3EF59010}" presName="sibTrans" presStyleCnt="0"/>
      <dgm:spPr/>
    </dgm:pt>
    <dgm:pt modelId="{C6F6D57D-F062-4D73-94E3-A4A298701CC3}" type="pres">
      <dgm:prSet presAssocID="{6E5D9F81-2029-49B2-BE66-CA3860CDA681}" presName="compNode" presStyleCnt="0"/>
      <dgm:spPr/>
    </dgm:pt>
    <dgm:pt modelId="{F12BDD22-A9CE-471C-8F21-7172FC44DDFF}" type="pres">
      <dgm:prSet presAssocID="{6E5D9F81-2029-49B2-BE66-CA3860CDA68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2A440892-76E8-43E8-9DD8-2ADBCACA997E}" type="pres">
      <dgm:prSet presAssocID="{6E5D9F81-2029-49B2-BE66-CA3860CDA681}" presName="iconSpace" presStyleCnt="0"/>
      <dgm:spPr/>
    </dgm:pt>
    <dgm:pt modelId="{F9FA219F-6C93-45AD-8083-2FC9E1DA0937}" type="pres">
      <dgm:prSet presAssocID="{6E5D9F81-2029-49B2-BE66-CA3860CDA681}" presName="parTx" presStyleLbl="revTx" presStyleIdx="2" presStyleCnt="6">
        <dgm:presLayoutVars>
          <dgm:chMax val="0"/>
          <dgm:chPref val="0"/>
        </dgm:presLayoutVars>
      </dgm:prSet>
      <dgm:spPr/>
    </dgm:pt>
    <dgm:pt modelId="{81F5E283-78DA-42B7-83C2-6055751DEE7E}" type="pres">
      <dgm:prSet presAssocID="{6E5D9F81-2029-49B2-BE66-CA3860CDA681}" presName="txSpace" presStyleCnt="0"/>
      <dgm:spPr/>
    </dgm:pt>
    <dgm:pt modelId="{FD54468A-446A-4A52-BD77-4350804AA92C}" type="pres">
      <dgm:prSet presAssocID="{6E5D9F81-2029-49B2-BE66-CA3860CDA681}" presName="desTx" presStyleLbl="revTx" presStyleIdx="3" presStyleCnt="6">
        <dgm:presLayoutVars/>
      </dgm:prSet>
      <dgm:spPr/>
    </dgm:pt>
    <dgm:pt modelId="{67DB39C9-A9A3-4216-A2A4-80E8C94C1B2B}" type="pres">
      <dgm:prSet presAssocID="{C6A6622A-3EF9-41E1-80FF-E263C26C280A}" presName="sibTrans" presStyleCnt="0"/>
      <dgm:spPr/>
    </dgm:pt>
    <dgm:pt modelId="{27DED732-8142-498D-8281-31D6CC6545C2}" type="pres">
      <dgm:prSet presAssocID="{21EBD39D-A91C-4417-989F-908251497A50}" presName="compNode" presStyleCnt="0"/>
      <dgm:spPr/>
    </dgm:pt>
    <dgm:pt modelId="{9B4CAF19-3A61-405C-AF5E-F10565D8CB36}" type="pres">
      <dgm:prSet presAssocID="{21EBD39D-A91C-4417-989F-908251497A5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0A2AD82B-2D9D-452E-A3DF-4CA31A1D5723}" type="pres">
      <dgm:prSet presAssocID="{21EBD39D-A91C-4417-989F-908251497A50}" presName="iconSpace" presStyleCnt="0"/>
      <dgm:spPr/>
    </dgm:pt>
    <dgm:pt modelId="{D37398B1-B56A-4C6A-99C4-86AB8F295ABB}" type="pres">
      <dgm:prSet presAssocID="{21EBD39D-A91C-4417-989F-908251497A50}" presName="parTx" presStyleLbl="revTx" presStyleIdx="4" presStyleCnt="6">
        <dgm:presLayoutVars>
          <dgm:chMax val="0"/>
          <dgm:chPref val="0"/>
        </dgm:presLayoutVars>
      </dgm:prSet>
      <dgm:spPr/>
    </dgm:pt>
    <dgm:pt modelId="{EF28C85D-D226-484A-BB2D-903EF4AB6D6A}" type="pres">
      <dgm:prSet presAssocID="{21EBD39D-A91C-4417-989F-908251497A50}" presName="txSpace" presStyleCnt="0"/>
      <dgm:spPr/>
    </dgm:pt>
    <dgm:pt modelId="{8A7AF1AE-FB25-42C9-8C0D-5FAB8F09A86A}" type="pres">
      <dgm:prSet presAssocID="{21EBD39D-A91C-4417-989F-908251497A50}" presName="desTx" presStyleLbl="revTx" presStyleIdx="5" presStyleCnt="6">
        <dgm:presLayoutVars/>
      </dgm:prSet>
      <dgm:spPr/>
    </dgm:pt>
  </dgm:ptLst>
  <dgm:cxnLst>
    <dgm:cxn modelId="{48D2D108-7856-483C-93CD-2FB721299617}" srcId="{6F5CA77A-9003-498B-801A-C0AEF9672BF6}" destId="{C9027C74-0243-44E4-93BF-B0ABEA686616}" srcOrd="0" destOrd="0" parTransId="{F953A0B2-D953-468F-8A17-3126B23D3612}" sibTransId="{31F8155F-ED11-4889-89CB-F9FE3EF59010}"/>
    <dgm:cxn modelId="{57E16116-F9CF-4A7C-A688-E7A042CEE23E}" type="presOf" srcId="{6F5CA77A-9003-498B-801A-C0AEF9672BF6}" destId="{01C905EA-1283-4486-B232-EA921DE2A5B7}" srcOrd="0" destOrd="0" presId="urn:microsoft.com/office/officeart/2018/5/layout/CenteredIconLabelDescriptionList"/>
    <dgm:cxn modelId="{13D0E51B-A19D-4A96-8AFF-7BE384B53FCB}" srcId="{6E5D9F81-2029-49B2-BE66-CA3860CDA681}" destId="{2B8B5209-4BAD-47CE-86A0-9C58BE337FB3}" srcOrd="2" destOrd="0" parTransId="{B037FCD8-CFF3-40C9-A1BE-3BB56EFA2369}" sibTransId="{6EAB6F2C-0230-4822-8CAE-949423D3A157}"/>
    <dgm:cxn modelId="{483B1521-EE25-4DBB-864C-25E1F87A0B52}" srcId="{6E5D9F81-2029-49B2-BE66-CA3860CDA681}" destId="{CC93B74A-E047-4DF3-905D-6EA41E563821}" srcOrd="1" destOrd="0" parTransId="{F7CFCC26-403B-4C46-B8B2-90248EE8CD5B}" sibTransId="{4F3A822D-54EC-4E8D-9C04-089167C544AA}"/>
    <dgm:cxn modelId="{F818305C-5419-4168-AE6A-61215E5C2E7F}" type="presOf" srcId="{21EBD39D-A91C-4417-989F-908251497A50}" destId="{D37398B1-B56A-4C6A-99C4-86AB8F295ABB}" srcOrd="0" destOrd="0" presId="urn:microsoft.com/office/officeart/2018/5/layout/CenteredIconLabelDescriptionList"/>
    <dgm:cxn modelId="{4B033545-7038-4596-84EB-45E657AC3DD7}" srcId="{6E5D9F81-2029-49B2-BE66-CA3860CDA681}" destId="{02480B22-6548-4BCF-A0F3-EC701841B1F0}" srcOrd="0" destOrd="0" parTransId="{B717D69D-4A73-40D6-B010-60253D19C446}" sibTransId="{2148BB8F-EDD3-4092-8891-16EF5F73A900}"/>
    <dgm:cxn modelId="{BCF76E6A-C050-46A6-9BAB-960B8FBD77CD}" type="presOf" srcId="{CC93B74A-E047-4DF3-905D-6EA41E563821}" destId="{FD54468A-446A-4A52-BD77-4350804AA92C}" srcOrd="0" destOrd="1" presId="urn:microsoft.com/office/officeart/2018/5/layout/CenteredIconLabelDescriptionList"/>
    <dgm:cxn modelId="{F035A382-A13E-4C16-8624-55CF09695E3A}" type="presOf" srcId="{8F9C266F-05F8-4874-BC0B-382BCC303A97}" destId="{FD54468A-446A-4A52-BD77-4350804AA92C}" srcOrd="0" destOrd="4" presId="urn:microsoft.com/office/officeart/2018/5/layout/CenteredIconLabelDescriptionList"/>
    <dgm:cxn modelId="{8EB7398D-21CB-40BE-A625-E9ED2B763ED3}" type="presOf" srcId="{C9027C74-0243-44E4-93BF-B0ABEA686616}" destId="{2A6D2D21-8288-4EA0-A630-D3D6625D05A0}" srcOrd="0" destOrd="0" presId="urn:microsoft.com/office/officeart/2018/5/layout/CenteredIconLabelDescriptionList"/>
    <dgm:cxn modelId="{E0F2D493-63E6-45DE-8443-7B6F1C86189B}" type="presOf" srcId="{2B8B5209-4BAD-47CE-86A0-9C58BE337FB3}" destId="{FD54468A-446A-4A52-BD77-4350804AA92C}" srcOrd="0" destOrd="2" presId="urn:microsoft.com/office/officeart/2018/5/layout/CenteredIconLabelDescriptionList"/>
    <dgm:cxn modelId="{35BA84AB-3BF6-48EB-9ED6-E9B8B696289A}" type="presOf" srcId="{02480B22-6548-4BCF-A0F3-EC701841B1F0}" destId="{FD54468A-446A-4A52-BD77-4350804AA92C}" srcOrd="0" destOrd="0" presId="urn:microsoft.com/office/officeart/2018/5/layout/CenteredIconLabelDescriptionList"/>
    <dgm:cxn modelId="{0CB8FEB1-C777-4DE8-8261-8C699FF34633}" srcId="{6F5CA77A-9003-498B-801A-C0AEF9672BF6}" destId="{6E5D9F81-2029-49B2-BE66-CA3860CDA681}" srcOrd="1" destOrd="0" parTransId="{BCE42D80-7BBA-4F07-A998-4CD56ABA7B92}" sibTransId="{C6A6622A-3EF9-41E1-80FF-E263C26C280A}"/>
    <dgm:cxn modelId="{C6869BB9-AEE2-468B-AED6-828A1B25AA61}" srcId="{6E5D9F81-2029-49B2-BE66-CA3860CDA681}" destId="{8F9C266F-05F8-4874-BC0B-382BCC303A97}" srcOrd="4" destOrd="0" parTransId="{E80F4258-CC1B-46C7-ABA7-F251E82232B8}" sibTransId="{2DCB0093-8CEE-4AF7-9E21-6D61E7CA16E2}"/>
    <dgm:cxn modelId="{E73F6ECD-A705-41F0-AA1D-35D787DCC49F}" type="presOf" srcId="{F39A5429-029F-406D-A01F-A81BF314BA1C}" destId="{FD54468A-446A-4A52-BD77-4350804AA92C}" srcOrd="0" destOrd="3" presId="urn:microsoft.com/office/officeart/2018/5/layout/CenteredIconLabelDescriptionList"/>
    <dgm:cxn modelId="{42E7ABE7-E97B-4551-8393-C9FCA00AC1FC}" srcId="{6F5CA77A-9003-498B-801A-C0AEF9672BF6}" destId="{21EBD39D-A91C-4417-989F-908251497A50}" srcOrd="2" destOrd="0" parTransId="{BE59EE4A-E909-40BF-AB7E-B71C21BB183D}" sibTransId="{A0ED4DE3-DF3E-4369-9950-8544440C2EFA}"/>
    <dgm:cxn modelId="{92E627EE-C010-43E1-85B0-68AE8C921495}" type="presOf" srcId="{6E5D9F81-2029-49B2-BE66-CA3860CDA681}" destId="{F9FA219F-6C93-45AD-8083-2FC9E1DA0937}" srcOrd="0" destOrd="0" presId="urn:microsoft.com/office/officeart/2018/5/layout/CenteredIconLabelDescriptionList"/>
    <dgm:cxn modelId="{797661FD-D49B-4CD1-A58B-0DD3C5FA0521}" srcId="{6E5D9F81-2029-49B2-BE66-CA3860CDA681}" destId="{F39A5429-029F-406D-A01F-A81BF314BA1C}" srcOrd="3" destOrd="0" parTransId="{B236E979-EC81-4557-B44A-7EC278B64176}" sibTransId="{92551D41-ED92-4CF2-817C-5E08A8389870}"/>
    <dgm:cxn modelId="{C5612CEA-B15B-4B97-972A-8AAB22CEA907}" type="presParOf" srcId="{01C905EA-1283-4486-B232-EA921DE2A5B7}" destId="{A7183DFC-7738-4FAB-8B3A-AC905B048F23}" srcOrd="0" destOrd="0" presId="urn:microsoft.com/office/officeart/2018/5/layout/CenteredIconLabelDescriptionList"/>
    <dgm:cxn modelId="{DC9409F5-0A37-4DD5-A2AE-C0E8D3A88E54}" type="presParOf" srcId="{A7183DFC-7738-4FAB-8B3A-AC905B048F23}" destId="{7BDC6EA6-6BFA-4DC6-AF53-F1FC97C3B02F}" srcOrd="0" destOrd="0" presId="urn:microsoft.com/office/officeart/2018/5/layout/CenteredIconLabelDescriptionList"/>
    <dgm:cxn modelId="{AECFE489-CF1F-4F6D-A668-7DCFBBD0B532}" type="presParOf" srcId="{A7183DFC-7738-4FAB-8B3A-AC905B048F23}" destId="{903E679E-C17A-418E-88C9-3046CD43286B}" srcOrd="1" destOrd="0" presId="urn:microsoft.com/office/officeart/2018/5/layout/CenteredIconLabelDescriptionList"/>
    <dgm:cxn modelId="{C3DF4C69-1CBA-4CAE-9F71-C495733AA37B}" type="presParOf" srcId="{A7183DFC-7738-4FAB-8B3A-AC905B048F23}" destId="{2A6D2D21-8288-4EA0-A630-D3D6625D05A0}" srcOrd="2" destOrd="0" presId="urn:microsoft.com/office/officeart/2018/5/layout/CenteredIconLabelDescriptionList"/>
    <dgm:cxn modelId="{EA19CB1C-4E9C-468A-9334-EC1363AC036C}" type="presParOf" srcId="{A7183DFC-7738-4FAB-8B3A-AC905B048F23}" destId="{4A626BDC-CAD1-4E0E-8F5B-14CF002A2B93}" srcOrd="3" destOrd="0" presId="urn:microsoft.com/office/officeart/2018/5/layout/CenteredIconLabelDescriptionList"/>
    <dgm:cxn modelId="{D6B792B7-0DB8-4FF4-9283-E0C3966919F4}" type="presParOf" srcId="{A7183DFC-7738-4FAB-8B3A-AC905B048F23}" destId="{84D95C87-470C-42B8-B384-871CFD2E2A37}" srcOrd="4" destOrd="0" presId="urn:microsoft.com/office/officeart/2018/5/layout/CenteredIconLabelDescriptionList"/>
    <dgm:cxn modelId="{E8829891-98D3-4CC7-BEBD-7C8B8056989B}" type="presParOf" srcId="{01C905EA-1283-4486-B232-EA921DE2A5B7}" destId="{C15716B6-A09E-4480-A9D2-51826EE56D64}" srcOrd="1" destOrd="0" presId="urn:microsoft.com/office/officeart/2018/5/layout/CenteredIconLabelDescriptionList"/>
    <dgm:cxn modelId="{E85DBCA7-7F14-4C19-BAD7-6570B7969A84}" type="presParOf" srcId="{01C905EA-1283-4486-B232-EA921DE2A5B7}" destId="{C6F6D57D-F062-4D73-94E3-A4A298701CC3}" srcOrd="2" destOrd="0" presId="urn:microsoft.com/office/officeart/2018/5/layout/CenteredIconLabelDescriptionList"/>
    <dgm:cxn modelId="{28868753-F659-48D5-A1E6-6512372E5784}" type="presParOf" srcId="{C6F6D57D-F062-4D73-94E3-A4A298701CC3}" destId="{F12BDD22-A9CE-471C-8F21-7172FC44DDFF}" srcOrd="0" destOrd="0" presId="urn:microsoft.com/office/officeart/2018/5/layout/CenteredIconLabelDescriptionList"/>
    <dgm:cxn modelId="{0ABAA45B-D0EE-4EBE-950B-2F51BABE9992}" type="presParOf" srcId="{C6F6D57D-F062-4D73-94E3-A4A298701CC3}" destId="{2A440892-76E8-43E8-9DD8-2ADBCACA997E}" srcOrd="1" destOrd="0" presId="urn:microsoft.com/office/officeart/2018/5/layout/CenteredIconLabelDescriptionList"/>
    <dgm:cxn modelId="{E764BBA1-F39D-4176-B3A2-6E65A4FEF7AA}" type="presParOf" srcId="{C6F6D57D-F062-4D73-94E3-A4A298701CC3}" destId="{F9FA219F-6C93-45AD-8083-2FC9E1DA0937}" srcOrd="2" destOrd="0" presId="urn:microsoft.com/office/officeart/2018/5/layout/CenteredIconLabelDescriptionList"/>
    <dgm:cxn modelId="{B6F71C5A-6C32-4E73-ADDC-904455E96868}" type="presParOf" srcId="{C6F6D57D-F062-4D73-94E3-A4A298701CC3}" destId="{81F5E283-78DA-42B7-83C2-6055751DEE7E}" srcOrd="3" destOrd="0" presId="urn:microsoft.com/office/officeart/2018/5/layout/CenteredIconLabelDescriptionList"/>
    <dgm:cxn modelId="{9591556E-6267-426C-A105-2D5BF3C29960}" type="presParOf" srcId="{C6F6D57D-F062-4D73-94E3-A4A298701CC3}" destId="{FD54468A-446A-4A52-BD77-4350804AA92C}" srcOrd="4" destOrd="0" presId="urn:microsoft.com/office/officeart/2018/5/layout/CenteredIconLabelDescriptionList"/>
    <dgm:cxn modelId="{16821B8F-0C29-4027-952A-A278BB9667D3}" type="presParOf" srcId="{01C905EA-1283-4486-B232-EA921DE2A5B7}" destId="{67DB39C9-A9A3-4216-A2A4-80E8C94C1B2B}" srcOrd="3" destOrd="0" presId="urn:microsoft.com/office/officeart/2018/5/layout/CenteredIconLabelDescriptionList"/>
    <dgm:cxn modelId="{D21CD2B4-222A-4542-90E0-F1B6EAF89C10}" type="presParOf" srcId="{01C905EA-1283-4486-B232-EA921DE2A5B7}" destId="{27DED732-8142-498D-8281-31D6CC6545C2}" srcOrd="4" destOrd="0" presId="urn:microsoft.com/office/officeart/2018/5/layout/CenteredIconLabelDescriptionList"/>
    <dgm:cxn modelId="{9F448CF2-1E8C-4990-8895-775DF69E8717}" type="presParOf" srcId="{27DED732-8142-498D-8281-31D6CC6545C2}" destId="{9B4CAF19-3A61-405C-AF5E-F10565D8CB36}" srcOrd="0" destOrd="0" presId="urn:microsoft.com/office/officeart/2018/5/layout/CenteredIconLabelDescriptionList"/>
    <dgm:cxn modelId="{DF14CAFD-4F80-4531-885A-F822D31A4E3F}" type="presParOf" srcId="{27DED732-8142-498D-8281-31D6CC6545C2}" destId="{0A2AD82B-2D9D-452E-A3DF-4CA31A1D5723}" srcOrd="1" destOrd="0" presId="urn:microsoft.com/office/officeart/2018/5/layout/CenteredIconLabelDescriptionList"/>
    <dgm:cxn modelId="{1F86DB41-01A8-4C3E-8827-950EABF6D483}" type="presParOf" srcId="{27DED732-8142-498D-8281-31D6CC6545C2}" destId="{D37398B1-B56A-4C6A-99C4-86AB8F295ABB}" srcOrd="2" destOrd="0" presId="urn:microsoft.com/office/officeart/2018/5/layout/CenteredIconLabelDescriptionList"/>
    <dgm:cxn modelId="{ACBA5739-4A00-4E24-96B7-A04273590DAE}" type="presParOf" srcId="{27DED732-8142-498D-8281-31D6CC6545C2}" destId="{EF28C85D-D226-484A-BB2D-903EF4AB6D6A}" srcOrd="3" destOrd="0" presId="urn:microsoft.com/office/officeart/2018/5/layout/CenteredIconLabelDescriptionList"/>
    <dgm:cxn modelId="{13A22AAE-6F01-4598-9E78-24C45D33BC74}" type="presParOf" srcId="{27DED732-8142-498D-8281-31D6CC6545C2}" destId="{8A7AF1AE-FB25-42C9-8C0D-5FAB8F09A86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87A133-5E3E-48E3-8E07-CF1D7FA0BCE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03CC70-8DAE-4C03-9977-32CD3162D6E9}">
      <dgm:prSet/>
      <dgm:spPr/>
      <dgm:t>
        <a:bodyPr/>
        <a:lstStyle/>
        <a:p>
          <a:pPr>
            <a:defRPr b="1"/>
          </a:pPr>
          <a:r>
            <a:rPr lang="en-IN" b="1"/>
            <a:t>LNI Reference Checker</a:t>
          </a:r>
          <a:r>
            <a:rPr lang="en-IN"/>
            <a:t> – Web-based tool for faculty &amp; reviewers</a:t>
          </a:r>
          <a:endParaRPr lang="en-US"/>
        </a:p>
      </dgm:t>
    </dgm:pt>
    <dgm:pt modelId="{3A9FC0BE-6338-4CBA-991F-0A93C73671A9}" type="parTrans" cxnId="{0AD30AAF-BA1C-4743-9A3F-463055FACE3F}">
      <dgm:prSet/>
      <dgm:spPr/>
      <dgm:t>
        <a:bodyPr/>
        <a:lstStyle/>
        <a:p>
          <a:endParaRPr lang="en-US"/>
        </a:p>
      </dgm:t>
    </dgm:pt>
    <dgm:pt modelId="{CEFC34A4-10BE-4211-8375-4BABA1103D3B}" type="sibTrans" cxnId="{0AD30AAF-BA1C-4743-9A3F-463055FACE3F}">
      <dgm:prSet/>
      <dgm:spPr/>
      <dgm:t>
        <a:bodyPr/>
        <a:lstStyle/>
        <a:p>
          <a:endParaRPr lang="en-US"/>
        </a:p>
      </dgm:t>
    </dgm:pt>
    <dgm:pt modelId="{DD8A3591-2316-4C56-A2F8-A0583A8F0AB6}">
      <dgm:prSet/>
      <dgm:spPr/>
      <dgm:t>
        <a:bodyPr/>
        <a:lstStyle/>
        <a:p>
          <a:pPr>
            <a:defRPr b="1"/>
          </a:pPr>
          <a:r>
            <a:rPr lang="en-IN"/>
            <a:t>Upload PDF, DOCX, or LaTeX (+ optional .bib)</a:t>
          </a:r>
          <a:endParaRPr lang="en-US"/>
        </a:p>
      </dgm:t>
    </dgm:pt>
    <dgm:pt modelId="{ACAD8175-9910-408F-AF25-A36F052DBE14}" type="parTrans" cxnId="{A89B9331-9EEC-4690-8419-C7EF577D48ED}">
      <dgm:prSet/>
      <dgm:spPr/>
      <dgm:t>
        <a:bodyPr/>
        <a:lstStyle/>
        <a:p>
          <a:endParaRPr lang="en-US"/>
        </a:p>
      </dgm:t>
    </dgm:pt>
    <dgm:pt modelId="{6A258B79-135B-4FD7-A572-3D81496D4D02}" type="sibTrans" cxnId="{A89B9331-9EEC-4690-8419-C7EF577D48ED}">
      <dgm:prSet/>
      <dgm:spPr/>
      <dgm:t>
        <a:bodyPr/>
        <a:lstStyle/>
        <a:p>
          <a:endParaRPr lang="en-US"/>
        </a:p>
      </dgm:t>
    </dgm:pt>
    <dgm:pt modelId="{0336A083-9139-4842-A937-BF1FC6E3EFEF}">
      <dgm:prSet/>
      <dgm:spPr/>
      <dgm:t>
        <a:bodyPr/>
        <a:lstStyle/>
        <a:p>
          <a:pPr>
            <a:defRPr b="1"/>
          </a:pPr>
          <a:r>
            <a:rPr lang="en-IN"/>
            <a:t>Three‑tab comprehensive report:</a:t>
          </a:r>
          <a:endParaRPr lang="en-US"/>
        </a:p>
      </dgm:t>
    </dgm:pt>
    <dgm:pt modelId="{861EB762-B85C-42DE-8DD5-2C16A96E5980}" type="parTrans" cxnId="{C553C711-ED02-4109-9243-0A3C9D88FB27}">
      <dgm:prSet/>
      <dgm:spPr/>
      <dgm:t>
        <a:bodyPr/>
        <a:lstStyle/>
        <a:p>
          <a:endParaRPr lang="en-US"/>
        </a:p>
      </dgm:t>
    </dgm:pt>
    <dgm:pt modelId="{FCC91FC8-5AE1-49F0-88F5-FEA820B835E4}" type="sibTrans" cxnId="{C553C711-ED02-4109-9243-0A3C9D88FB27}">
      <dgm:prSet/>
      <dgm:spPr/>
      <dgm:t>
        <a:bodyPr/>
        <a:lstStyle/>
        <a:p>
          <a:endParaRPr lang="en-US"/>
        </a:p>
      </dgm:t>
    </dgm:pt>
    <dgm:pt modelId="{245B74CA-4086-4A1C-94B3-4757E0D543FC}">
      <dgm:prSet/>
      <dgm:spPr/>
      <dgm:t>
        <a:bodyPr/>
        <a:lstStyle/>
        <a:p>
          <a:r>
            <a:rPr lang="en-IN"/>
            <a:t>📚 </a:t>
          </a:r>
          <a:r>
            <a:rPr lang="en-IN" b="1"/>
            <a:t>Bibliography</a:t>
          </a:r>
          <a:r>
            <a:rPr lang="en-IN"/>
            <a:t> – format completeness &amp; issues</a:t>
          </a:r>
          <a:endParaRPr lang="en-US"/>
        </a:p>
      </dgm:t>
    </dgm:pt>
    <dgm:pt modelId="{7F0C5F3C-ED2E-4019-9454-48BB34566EC7}" type="parTrans" cxnId="{B16AED46-E1A4-4B61-B5D0-C4D4733FEE36}">
      <dgm:prSet/>
      <dgm:spPr/>
      <dgm:t>
        <a:bodyPr/>
        <a:lstStyle/>
        <a:p>
          <a:endParaRPr lang="en-US"/>
        </a:p>
      </dgm:t>
    </dgm:pt>
    <dgm:pt modelId="{EECD3429-F60A-4FDF-89EE-B42E2E1D4EB8}" type="sibTrans" cxnId="{B16AED46-E1A4-4B61-B5D0-C4D4733FEE36}">
      <dgm:prSet/>
      <dgm:spPr/>
      <dgm:t>
        <a:bodyPr/>
        <a:lstStyle/>
        <a:p>
          <a:endParaRPr lang="en-US"/>
        </a:p>
      </dgm:t>
    </dgm:pt>
    <dgm:pt modelId="{9CCEDC5A-4E9E-4DD2-A528-2ABFE9871280}">
      <dgm:prSet/>
      <dgm:spPr/>
      <dgm:t>
        <a:bodyPr/>
        <a:lstStyle/>
        <a:p>
          <a:r>
            <a:rPr lang="en-IN"/>
            <a:t>🔀 </a:t>
          </a:r>
          <a:r>
            <a:rPr lang="en-IN" b="1"/>
            <a:t>Cross‑Check</a:t>
          </a:r>
          <a:r>
            <a:rPr lang="en-IN"/>
            <a:t> – citations vs. bibliography entries</a:t>
          </a:r>
          <a:endParaRPr lang="en-US"/>
        </a:p>
      </dgm:t>
    </dgm:pt>
    <dgm:pt modelId="{32259594-F90D-4A2A-9EAF-0137791C3537}" type="parTrans" cxnId="{C6A21110-84F2-4CB6-ABB4-69E429C4662E}">
      <dgm:prSet/>
      <dgm:spPr/>
      <dgm:t>
        <a:bodyPr/>
        <a:lstStyle/>
        <a:p>
          <a:endParaRPr lang="en-US"/>
        </a:p>
      </dgm:t>
    </dgm:pt>
    <dgm:pt modelId="{FEDCE1EF-4AD3-4905-B499-33C7D7D11AEC}" type="sibTrans" cxnId="{C6A21110-84F2-4CB6-ABB4-69E429C4662E}">
      <dgm:prSet/>
      <dgm:spPr/>
      <dgm:t>
        <a:bodyPr/>
        <a:lstStyle/>
        <a:p>
          <a:endParaRPr lang="en-US"/>
        </a:p>
      </dgm:t>
    </dgm:pt>
    <dgm:pt modelId="{FD4DC053-5BFB-4D6F-9940-3AE71D0D5D9A}">
      <dgm:prSet/>
      <dgm:spPr/>
      <dgm:t>
        <a:bodyPr/>
        <a:lstStyle/>
        <a:p>
          <a:r>
            <a:rPr lang="en-IN"/>
            <a:t>🔬 </a:t>
          </a:r>
          <a:r>
            <a:rPr lang="en-IN" b="1"/>
            <a:t>Verification</a:t>
          </a:r>
          <a:r>
            <a:rPr lang="en-IN"/>
            <a:t> – real / fake / retracted detection</a:t>
          </a:r>
          <a:endParaRPr lang="en-US"/>
        </a:p>
      </dgm:t>
    </dgm:pt>
    <dgm:pt modelId="{B04B9231-84C3-4E33-B6B7-FF45970773DF}" type="parTrans" cxnId="{786A2330-3B8B-4056-997E-9A453D2E3DD5}">
      <dgm:prSet/>
      <dgm:spPr/>
      <dgm:t>
        <a:bodyPr/>
        <a:lstStyle/>
        <a:p>
          <a:endParaRPr lang="en-US"/>
        </a:p>
      </dgm:t>
    </dgm:pt>
    <dgm:pt modelId="{8DDBF9E6-EA21-4931-B8C8-7C28E550B19F}" type="sibTrans" cxnId="{786A2330-3B8B-4056-997E-9A453D2E3DD5}">
      <dgm:prSet/>
      <dgm:spPr/>
      <dgm:t>
        <a:bodyPr/>
        <a:lstStyle/>
        <a:p>
          <a:endParaRPr lang="en-US"/>
        </a:p>
      </dgm:t>
    </dgm:pt>
    <dgm:pt modelId="{B2402DDF-3E7C-41A9-BEB9-CAC1AED97FC7}">
      <dgm:prSet/>
      <dgm:spPr/>
      <dgm:t>
        <a:bodyPr/>
        <a:lstStyle/>
        <a:p>
          <a:pPr>
            <a:defRPr b="1"/>
          </a:pPr>
          <a:r>
            <a:rPr lang="en-IN"/>
            <a:t>AI‑powered fake reference detection</a:t>
          </a:r>
          <a:endParaRPr lang="en-US"/>
        </a:p>
      </dgm:t>
    </dgm:pt>
    <dgm:pt modelId="{46A6B0E0-5897-4E6B-9D18-30902A5B8657}" type="parTrans" cxnId="{3850C275-E4F4-443E-9789-E0D2BCC1AD8D}">
      <dgm:prSet/>
      <dgm:spPr/>
      <dgm:t>
        <a:bodyPr/>
        <a:lstStyle/>
        <a:p>
          <a:endParaRPr lang="en-US"/>
        </a:p>
      </dgm:t>
    </dgm:pt>
    <dgm:pt modelId="{B3518FF4-D9EA-4ABC-B209-ADF4EE36E2E3}" type="sibTrans" cxnId="{3850C275-E4F4-443E-9789-E0D2BCC1AD8D}">
      <dgm:prSet/>
      <dgm:spPr/>
      <dgm:t>
        <a:bodyPr/>
        <a:lstStyle/>
        <a:p>
          <a:endParaRPr lang="en-US"/>
        </a:p>
      </dgm:t>
    </dgm:pt>
    <dgm:pt modelId="{4C251AA5-8101-4B52-ACE3-CE09430C08ED}">
      <dgm:prSet/>
      <dgm:spPr/>
      <dgm:t>
        <a:bodyPr/>
        <a:lstStyle/>
        <a:p>
          <a:pPr>
            <a:defRPr b="1"/>
          </a:pPr>
          <a:r>
            <a:rPr lang="en-IN"/>
            <a:t>Parallel API queries (9 free academic databases)</a:t>
          </a:r>
          <a:endParaRPr lang="en-US"/>
        </a:p>
      </dgm:t>
    </dgm:pt>
    <dgm:pt modelId="{002E5F23-BB58-427C-9C73-2B3614C3EB12}" type="parTrans" cxnId="{A64CDE8A-586D-4EE3-A561-E9CFAA0EEBFB}">
      <dgm:prSet/>
      <dgm:spPr/>
      <dgm:t>
        <a:bodyPr/>
        <a:lstStyle/>
        <a:p>
          <a:endParaRPr lang="en-US"/>
        </a:p>
      </dgm:t>
    </dgm:pt>
    <dgm:pt modelId="{68057516-57D6-4265-A96B-8AECA9DFF7FD}" type="sibTrans" cxnId="{A64CDE8A-586D-4EE3-A561-E9CFAA0EEBFB}">
      <dgm:prSet/>
      <dgm:spPr/>
      <dgm:t>
        <a:bodyPr/>
        <a:lstStyle/>
        <a:p>
          <a:endParaRPr lang="en-US"/>
        </a:p>
      </dgm:t>
    </dgm:pt>
    <dgm:pt modelId="{4B6F4265-FF68-42AD-BDEC-B99B61D569AD}">
      <dgm:prSet/>
      <dgm:spPr/>
      <dgm:t>
        <a:bodyPr/>
        <a:lstStyle/>
        <a:p>
          <a:pPr>
            <a:defRPr b="1"/>
          </a:pPr>
          <a:r>
            <a:rPr lang="en-IN"/>
            <a:t>Professor review queue &amp; venue whitelist</a:t>
          </a:r>
          <a:endParaRPr lang="en-US"/>
        </a:p>
      </dgm:t>
    </dgm:pt>
    <dgm:pt modelId="{D50163A8-9158-4E9D-A1DF-E33EE6A01D0F}" type="parTrans" cxnId="{500961BF-C7C4-4EA1-8D21-0517FF9E01E5}">
      <dgm:prSet/>
      <dgm:spPr/>
      <dgm:t>
        <a:bodyPr/>
        <a:lstStyle/>
        <a:p>
          <a:endParaRPr lang="en-US"/>
        </a:p>
      </dgm:t>
    </dgm:pt>
    <dgm:pt modelId="{F90CCBB6-E6D3-4A13-8D67-6293465E30AB}" type="sibTrans" cxnId="{500961BF-C7C4-4EA1-8D21-0517FF9E01E5}">
      <dgm:prSet/>
      <dgm:spPr/>
      <dgm:t>
        <a:bodyPr/>
        <a:lstStyle/>
        <a:p>
          <a:endParaRPr lang="en-US"/>
        </a:p>
      </dgm:t>
    </dgm:pt>
    <dgm:pt modelId="{97250C79-C21B-4E27-9270-051159CAD035}">
      <dgm:prSet/>
      <dgm:spPr/>
      <dgm:t>
        <a:bodyPr/>
        <a:lstStyle/>
        <a:p>
          <a:pPr>
            <a:defRPr b="1"/>
          </a:pPr>
          <a:r>
            <a:rPr lang="en-IN"/>
            <a:t>Batch mode for multiple papers</a:t>
          </a:r>
          <a:endParaRPr lang="en-US"/>
        </a:p>
      </dgm:t>
    </dgm:pt>
    <dgm:pt modelId="{0B5C48DA-8A43-4970-95E0-47D8A4B96F1D}" type="parTrans" cxnId="{1B63C390-FF47-4226-856F-D547023E24D2}">
      <dgm:prSet/>
      <dgm:spPr/>
      <dgm:t>
        <a:bodyPr/>
        <a:lstStyle/>
        <a:p>
          <a:endParaRPr lang="en-US"/>
        </a:p>
      </dgm:t>
    </dgm:pt>
    <dgm:pt modelId="{9D7AE864-544F-425E-BB71-22304BBB6FAE}" type="sibTrans" cxnId="{1B63C390-FF47-4226-856F-D547023E24D2}">
      <dgm:prSet/>
      <dgm:spPr/>
      <dgm:t>
        <a:bodyPr/>
        <a:lstStyle/>
        <a:p>
          <a:endParaRPr lang="en-US"/>
        </a:p>
      </dgm:t>
    </dgm:pt>
    <dgm:pt modelId="{62A54C14-9652-4022-BCEF-B1C4CBB99A11}" type="pres">
      <dgm:prSet presAssocID="{7487A133-5E3E-48E3-8E07-CF1D7FA0BCEB}" presName="root" presStyleCnt="0">
        <dgm:presLayoutVars>
          <dgm:dir/>
          <dgm:resizeHandles val="exact"/>
        </dgm:presLayoutVars>
      </dgm:prSet>
      <dgm:spPr/>
    </dgm:pt>
    <dgm:pt modelId="{4D8AD4DB-7EAA-4B7F-96E1-2586CD8EDADA}" type="pres">
      <dgm:prSet presAssocID="{0803CC70-8DAE-4C03-9977-32CD3162D6E9}" presName="compNode" presStyleCnt="0"/>
      <dgm:spPr/>
    </dgm:pt>
    <dgm:pt modelId="{1011B5DD-78EB-45E7-954A-A55995D55CA5}" type="pres">
      <dgm:prSet presAssocID="{0803CC70-8DAE-4C03-9977-32CD3162D6E9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72EC69CA-8087-453C-925C-DC76F0905E2E}" type="pres">
      <dgm:prSet presAssocID="{0803CC70-8DAE-4C03-9977-32CD3162D6E9}" presName="iconSpace" presStyleCnt="0"/>
      <dgm:spPr/>
    </dgm:pt>
    <dgm:pt modelId="{0149E042-AECA-4B93-BC56-5CB5FCF99CB0}" type="pres">
      <dgm:prSet presAssocID="{0803CC70-8DAE-4C03-9977-32CD3162D6E9}" presName="parTx" presStyleLbl="revTx" presStyleIdx="0" presStyleCnt="14">
        <dgm:presLayoutVars>
          <dgm:chMax val="0"/>
          <dgm:chPref val="0"/>
        </dgm:presLayoutVars>
      </dgm:prSet>
      <dgm:spPr/>
    </dgm:pt>
    <dgm:pt modelId="{545CE48E-E528-416B-87F7-C4414CABABDC}" type="pres">
      <dgm:prSet presAssocID="{0803CC70-8DAE-4C03-9977-32CD3162D6E9}" presName="txSpace" presStyleCnt="0"/>
      <dgm:spPr/>
    </dgm:pt>
    <dgm:pt modelId="{6F28AA52-6F72-4350-A83A-208E4F4B746C}" type="pres">
      <dgm:prSet presAssocID="{0803CC70-8DAE-4C03-9977-32CD3162D6E9}" presName="desTx" presStyleLbl="revTx" presStyleIdx="1" presStyleCnt="14">
        <dgm:presLayoutVars/>
      </dgm:prSet>
      <dgm:spPr/>
    </dgm:pt>
    <dgm:pt modelId="{16609EF5-2E62-43BF-B282-9B63F8547FEF}" type="pres">
      <dgm:prSet presAssocID="{CEFC34A4-10BE-4211-8375-4BABA1103D3B}" presName="sibTrans" presStyleCnt="0"/>
      <dgm:spPr/>
    </dgm:pt>
    <dgm:pt modelId="{D595A527-4E65-4321-9653-619A5116A168}" type="pres">
      <dgm:prSet presAssocID="{DD8A3591-2316-4C56-A2F8-A0583A8F0AB6}" presName="compNode" presStyleCnt="0"/>
      <dgm:spPr/>
    </dgm:pt>
    <dgm:pt modelId="{43E8F4FF-AE3C-40DE-B24C-A2A0DE3391BA}" type="pres">
      <dgm:prSet presAssocID="{DD8A3591-2316-4C56-A2F8-A0583A8F0AB6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215CB0DE-25F2-486A-882E-FEE3F9CAD7E0}" type="pres">
      <dgm:prSet presAssocID="{DD8A3591-2316-4C56-A2F8-A0583A8F0AB6}" presName="iconSpace" presStyleCnt="0"/>
      <dgm:spPr/>
    </dgm:pt>
    <dgm:pt modelId="{FEC9F619-350D-495A-BC76-E2D9AEE31886}" type="pres">
      <dgm:prSet presAssocID="{DD8A3591-2316-4C56-A2F8-A0583A8F0AB6}" presName="parTx" presStyleLbl="revTx" presStyleIdx="2" presStyleCnt="14">
        <dgm:presLayoutVars>
          <dgm:chMax val="0"/>
          <dgm:chPref val="0"/>
        </dgm:presLayoutVars>
      </dgm:prSet>
      <dgm:spPr/>
    </dgm:pt>
    <dgm:pt modelId="{642D0E7F-E2ED-48F9-91D1-2CE3C9B0ADCD}" type="pres">
      <dgm:prSet presAssocID="{DD8A3591-2316-4C56-A2F8-A0583A8F0AB6}" presName="txSpace" presStyleCnt="0"/>
      <dgm:spPr/>
    </dgm:pt>
    <dgm:pt modelId="{377B7BE2-2008-4F5C-B562-FCE668BDD13B}" type="pres">
      <dgm:prSet presAssocID="{DD8A3591-2316-4C56-A2F8-A0583A8F0AB6}" presName="desTx" presStyleLbl="revTx" presStyleIdx="3" presStyleCnt="14">
        <dgm:presLayoutVars/>
      </dgm:prSet>
      <dgm:spPr/>
    </dgm:pt>
    <dgm:pt modelId="{3202B81B-CC0D-4FAC-8657-A8CC8E615CAC}" type="pres">
      <dgm:prSet presAssocID="{6A258B79-135B-4FD7-A572-3D81496D4D02}" presName="sibTrans" presStyleCnt="0"/>
      <dgm:spPr/>
    </dgm:pt>
    <dgm:pt modelId="{39C5C175-9D33-4310-AFF1-98F36E069E6B}" type="pres">
      <dgm:prSet presAssocID="{0336A083-9139-4842-A937-BF1FC6E3EFEF}" presName="compNode" presStyleCnt="0"/>
      <dgm:spPr/>
    </dgm:pt>
    <dgm:pt modelId="{088D7EC0-E3FF-4DC0-A61B-200FDB7050DD}" type="pres">
      <dgm:prSet presAssocID="{0336A083-9139-4842-A937-BF1FC6E3EFEF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DE7951A1-3D22-488B-87AD-B4864B2B6FAC}" type="pres">
      <dgm:prSet presAssocID="{0336A083-9139-4842-A937-BF1FC6E3EFEF}" presName="iconSpace" presStyleCnt="0"/>
      <dgm:spPr/>
    </dgm:pt>
    <dgm:pt modelId="{B35205F7-E350-44E8-9F2F-640F070E059F}" type="pres">
      <dgm:prSet presAssocID="{0336A083-9139-4842-A937-BF1FC6E3EFEF}" presName="parTx" presStyleLbl="revTx" presStyleIdx="4" presStyleCnt="14">
        <dgm:presLayoutVars>
          <dgm:chMax val="0"/>
          <dgm:chPref val="0"/>
        </dgm:presLayoutVars>
      </dgm:prSet>
      <dgm:spPr/>
    </dgm:pt>
    <dgm:pt modelId="{4525D1E9-5A06-4C90-AB4A-A5DC6A25EA64}" type="pres">
      <dgm:prSet presAssocID="{0336A083-9139-4842-A937-BF1FC6E3EFEF}" presName="txSpace" presStyleCnt="0"/>
      <dgm:spPr/>
    </dgm:pt>
    <dgm:pt modelId="{4A505B21-AFDA-407E-A268-EABC330A4514}" type="pres">
      <dgm:prSet presAssocID="{0336A083-9139-4842-A937-BF1FC6E3EFEF}" presName="desTx" presStyleLbl="revTx" presStyleIdx="5" presStyleCnt="14">
        <dgm:presLayoutVars/>
      </dgm:prSet>
      <dgm:spPr/>
    </dgm:pt>
    <dgm:pt modelId="{54B52302-A5C6-481D-909E-A8D697BE0F24}" type="pres">
      <dgm:prSet presAssocID="{FCC91FC8-5AE1-49F0-88F5-FEA820B835E4}" presName="sibTrans" presStyleCnt="0"/>
      <dgm:spPr/>
    </dgm:pt>
    <dgm:pt modelId="{280859B9-D600-46C5-A19B-A875930359C1}" type="pres">
      <dgm:prSet presAssocID="{B2402DDF-3E7C-41A9-BEB9-CAC1AED97FC7}" presName="compNode" presStyleCnt="0"/>
      <dgm:spPr/>
    </dgm:pt>
    <dgm:pt modelId="{8CDB3340-1B3A-4D0F-AD4A-41B037758331}" type="pres">
      <dgm:prSet presAssocID="{B2402DDF-3E7C-41A9-BEB9-CAC1AED97FC7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E13AFCB-F72C-41BF-930E-05995094C559}" type="pres">
      <dgm:prSet presAssocID="{B2402DDF-3E7C-41A9-BEB9-CAC1AED97FC7}" presName="iconSpace" presStyleCnt="0"/>
      <dgm:spPr/>
    </dgm:pt>
    <dgm:pt modelId="{3B99C3F5-8A57-4F72-9419-66E2CD2AA05E}" type="pres">
      <dgm:prSet presAssocID="{B2402DDF-3E7C-41A9-BEB9-CAC1AED97FC7}" presName="parTx" presStyleLbl="revTx" presStyleIdx="6" presStyleCnt="14">
        <dgm:presLayoutVars>
          <dgm:chMax val="0"/>
          <dgm:chPref val="0"/>
        </dgm:presLayoutVars>
      </dgm:prSet>
      <dgm:spPr/>
    </dgm:pt>
    <dgm:pt modelId="{B286696F-B4C8-4F2A-846B-A12A885187DE}" type="pres">
      <dgm:prSet presAssocID="{B2402DDF-3E7C-41A9-BEB9-CAC1AED97FC7}" presName="txSpace" presStyleCnt="0"/>
      <dgm:spPr/>
    </dgm:pt>
    <dgm:pt modelId="{F5740D93-DCF5-4C10-8723-3F22CC827243}" type="pres">
      <dgm:prSet presAssocID="{B2402DDF-3E7C-41A9-BEB9-CAC1AED97FC7}" presName="desTx" presStyleLbl="revTx" presStyleIdx="7" presStyleCnt="14">
        <dgm:presLayoutVars/>
      </dgm:prSet>
      <dgm:spPr/>
    </dgm:pt>
    <dgm:pt modelId="{DDB4FEAC-7F10-4363-AA2B-D0C1CF49B78D}" type="pres">
      <dgm:prSet presAssocID="{B3518FF4-D9EA-4ABC-B209-ADF4EE36E2E3}" presName="sibTrans" presStyleCnt="0"/>
      <dgm:spPr/>
    </dgm:pt>
    <dgm:pt modelId="{149CAA1E-93E2-4DE0-ADA8-4F7BDDE5885A}" type="pres">
      <dgm:prSet presAssocID="{4C251AA5-8101-4B52-ACE3-CE09430C08ED}" presName="compNode" presStyleCnt="0"/>
      <dgm:spPr/>
    </dgm:pt>
    <dgm:pt modelId="{97C688DB-72B5-4175-8C1C-42A735362FB7}" type="pres">
      <dgm:prSet presAssocID="{4C251AA5-8101-4B52-ACE3-CE09430C08ED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10270AB-4527-4DC2-B15A-A2D1D8C99746}" type="pres">
      <dgm:prSet presAssocID="{4C251AA5-8101-4B52-ACE3-CE09430C08ED}" presName="iconSpace" presStyleCnt="0"/>
      <dgm:spPr/>
    </dgm:pt>
    <dgm:pt modelId="{1268C9E6-56BE-4F9A-839F-A255296884C8}" type="pres">
      <dgm:prSet presAssocID="{4C251AA5-8101-4B52-ACE3-CE09430C08ED}" presName="parTx" presStyleLbl="revTx" presStyleIdx="8" presStyleCnt="14">
        <dgm:presLayoutVars>
          <dgm:chMax val="0"/>
          <dgm:chPref val="0"/>
        </dgm:presLayoutVars>
      </dgm:prSet>
      <dgm:spPr/>
    </dgm:pt>
    <dgm:pt modelId="{4327B2F9-CEA6-4C1F-8482-955449A749B8}" type="pres">
      <dgm:prSet presAssocID="{4C251AA5-8101-4B52-ACE3-CE09430C08ED}" presName="txSpace" presStyleCnt="0"/>
      <dgm:spPr/>
    </dgm:pt>
    <dgm:pt modelId="{98352582-09FB-4C9E-A00D-81055939A86B}" type="pres">
      <dgm:prSet presAssocID="{4C251AA5-8101-4B52-ACE3-CE09430C08ED}" presName="desTx" presStyleLbl="revTx" presStyleIdx="9" presStyleCnt="14">
        <dgm:presLayoutVars/>
      </dgm:prSet>
      <dgm:spPr/>
    </dgm:pt>
    <dgm:pt modelId="{3DCDE9FF-8410-45FA-A169-EE9BFF6CDDD9}" type="pres">
      <dgm:prSet presAssocID="{68057516-57D6-4265-A96B-8AECA9DFF7FD}" presName="sibTrans" presStyleCnt="0"/>
      <dgm:spPr/>
    </dgm:pt>
    <dgm:pt modelId="{3FED820B-DC6B-43CA-90CB-D0EF9150CC15}" type="pres">
      <dgm:prSet presAssocID="{4B6F4265-FF68-42AD-BDEC-B99B61D569AD}" presName="compNode" presStyleCnt="0"/>
      <dgm:spPr/>
    </dgm:pt>
    <dgm:pt modelId="{32FE2ADF-4FD4-4778-AE9D-4306A4F56308}" type="pres">
      <dgm:prSet presAssocID="{4B6F4265-FF68-42AD-BDEC-B99B61D569AD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7D06E17-7081-4D88-873A-12EAD47E8641}" type="pres">
      <dgm:prSet presAssocID="{4B6F4265-FF68-42AD-BDEC-B99B61D569AD}" presName="iconSpace" presStyleCnt="0"/>
      <dgm:spPr/>
    </dgm:pt>
    <dgm:pt modelId="{345B4AD2-BB0B-4CC0-9E2B-5F087305F2E5}" type="pres">
      <dgm:prSet presAssocID="{4B6F4265-FF68-42AD-BDEC-B99B61D569AD}" presName="parTx" presStyleLbl="revTx" presStyleIdx="10" presStyleCnt="14">
        <dgm:presLayoutVars>
          <dgm:chMax val="0"/>
          <dgm:chPref val="0"/>
        </dgm:presLayoutVars>
      </dgm:prSet>
      <dgm:spPr/>
    </dgm:pt>
    <dgm:pt modelId="{2E6E5205-FACC-4B6A-A853-3E28CE38A565}" type="pres">
      <dgm:prSet presAssocID="{4B6F4265-FF68-42AD-BDEC-B99B61D569AD}" presName="txSpace" presStyleCnt="0"/>
      <dgm:spPr/>
    </dgm:pt>
    <dgm:pt modelId="{566248A6-6E0A-43DB-B198-D3684736EDAC}" type="pres">
      <dgm:prSet presAssocID="{4B6F4265-FF68-42AD-BDEC-B99B61D569AD}" presName="desTx" presStyleLbl="revTx" presStyleIdx="11" presStyleCnt="14">
        <dgm:presLayoutVars/>
      </dgm:prSet>
      <dgm:spPr/>
    </dgm:pt>
    <dgm:pt modelId="{148F4904-BD54-4F8C-B09D-8A8D0020634C}" type="pres">
      <dgm:prSet presAssocID="{F90CCBB6-E6D3-4A13-8D67-6293465E30AB}" presName="sibTrans" presStyleCnt="0"/>
      <dgm:spPr/>
    </dgm:pt>
    <dgm:pt modelId="{AA7D6EFD-3649-4BB1-9822-F2D40AD2E21C}" type="pres">
      <dgm:prSet presAssocID="{97250C79-C21B-4E27-9270-051159CAD035}" presName="compNode" presStyleCnt="0"/>
      <dgm:spPr/>
    </dgm:pt>
    <dgm:pt modelId="{689CB9A0-7F66-474E-B18F-6044D6375539}" type="pres">
      <dgm:prSet presAssocID="{97250C79-C21B-4E27-9270-051159CAD035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A19A07A-C84F-4054-A6B2-45B39718F293}" type="pres">
      <dgm:prSet presAssocID="{97250C79-C21B-4E27-9270-051159CAD035}" presName="iconSpace" presStyleCnt="0"/>
      <dgm:spPr/>
    </dgm:pt>
    <dgm:pt modelId="{5C517DA4-2D12-4A21-A7A7-88F7586D3397}" type="pres">
      <dgm:prSet presAssocID="{97250C79-C21B-4E27-9270-051159CAD035}" presName="parTx" presStyleLbl="revTx" presStyleIdx="12" presStyleCnt="14">
        <dgm:presLayoutVars>
          <dgm:chMax val="0"/>
          <dgm:chPref val="0"/>
        </dgm:presLayoutVars>
      </dgm:prSet>
      <dgm:spPr/>
    </dgm:pt>
    <dgm:pt modelId="{665FDC5E-26A2-4A22-9382-BBC45B5D2DF8}" type="pres">
      <dgm:prSet presAssocID="{97250C79-C21B-4E27-9270-051159CAD035}" presName="txSpace" presStyleCnt="0"/>
      <dgm:spPr/>
    </dgm:pt>
    <dgm:pt modelId="{CC6966E9-7500-4AA6-86D7-2B85661D17F5}" type="pres">
      <dgm:prSet presAssocID="{97250C79-C21B-4E27-9270-051159CAD035}" presName="desTx" presStyleLbl="revTx" presStyleIdx="13" presStyleCnt="14">
        <dgm:presLayoutVars/>
      </dgm:prSet>
      <dgm:spPr/>
    </dgm:pt>
  </dgm:ptLst>
  <dgm:cxnLst>
    <dgm:cxn modelId="{1755EE0F-78F7-469B-BB51-8C7E5D965EC4}" type="presOf" srcId="{4C251AA5-8101-4B52-ACE3-CE09430C08ED}" destId="{1268C9E6-56BE-4F9A-839F-A255296884C8}" srcOrd="0" destOrd="0" presId="urn:microsoft.com/office/officeart/2018/2/layout/IconLabelDescriptionList"/>
    <dgm:cxn modelId="{C6A21110-84F2-4CB6-ABB4-69E429C4662E}" srcId="{0336A083-9139-4842-A937-BF1FC6E3EFEF}" destId="{9CCEDC5A-4E9E-4DD2-A528-2ABFE9871280}" srcOrd="1" destOrd="0" parTransId="{32259594-F90D-4A2A-9EAF-0137791C3537}" sibTransId="{FEDCE1EF-4AD3-4905-B499-33C7D7D11AEC}"/>
    <dgm:cxn modelId="{C553C711-ED02-4109-9243-0A3C9D88FB27}" srcId="{7487A133-5E3E-48E3-8E07-CF1D7FA0BCEB}" destId="{0336A083-9139-4842-A937-BF1FC6E3EFEF}" srcOrd="2" destOrd="0" parTransId="{861EB762-B85C-42DE-8DD5-2C16A96E5980}" sibTransId="{FCC91FC8-5AE1-49F0-88F5-FEA820B835E4}"/>
    <dgm:cxn modelId="{786A2330-3B8B-4056-997E-9A453D2E3DD5}" srcId="{0336A083-9139-4842-A937-BF1FC6E3EFEF}" destId="{FD4DC053-5BFB-4D6F-9940-3AE71D0D5D9A}" srcOrd="2" destOrd="0" parTransId="{B04B9231-84C3-4E33-B6B7-FF45970773DF}" sibTransId="{8DDBF9E6-EA21-4931-B8C8-7C28E550B19F}"/>
    <dgm:cxn modelId="{A89B9331-9EEC-4690-8419-C7EF577D48ED}" srcId="{7487A133-5E3E-48E3-8E07-CF1D7FA0BCEB}" destId="{DD8A3591-2316-4C56-A2F8-A0583A8F0AB6}" srcOrd="1" destOrd="0" parTransId="{ACAD8175-9910-408F-AF25-A36F052DBE14}" sibTransId="{6A258B79-135B-4FD7-A572-3D81496D4D02}"/>
    <dgm:cxn modelId="{AC81E033-9D1F-4E41-BD79-4A38840181EC}" type="presOf" srcId="{B2402DDF-3E7C-41A9-BEB9-CAC1AED97FC7}" destId="{3B99C3F5-8A57-4F72-9419-66E2CD2AA05E}" srcOrd="0" destOrd="0" presId="urn:microsoft.com/office/officeart/2018/2/layout/IconLabelDescriptionList"/>
    <dgm:cxn modelId="{BC135C5D-7B6F-4B93-B64A-CD7DB532F9E9}" type="presOf" srcId="{DD8A3591-2316-4C56-A2F8-A0583A8F0AB6}" destId="{FEC9F619-350D-495A-BC76-E2D9AEE31886}" srcOrd="0" destOrd="0" presId="urn:microsoft.com/office/officeart/2018/2/layout/IconLabelDescriptionList"/>
    <dgm:cxn modelId="{F816DF43-69CA-45DD-8C36-8D344416363B}" type="presOf" srcId="{4B6F4265-FF68-42AD-BDEC-B99B61D569AD}" destId="{345B4AD2-BB0B-4CC0-9E2B-5F087305F2E5}" srcOrd="0" destOrd="0" presId="urn:microsoft.com/office/officeart/2018/2/layout/IconLabelDescriptionList"/>
    <dgm:cxn modelId="{B16AED46-E1A4-4B61-B5D0-C4D4733FEE36}" srcId="{0336A083-9139-4842-A937-BF1FC6E3EFEF}" destId="{245B74CA-4086-4A1C-94B3-4757E0D543FC}" srcOrd="0" destOrd="0" parTransId="{7F0C5F3C-ED2E-4019-9454-48BB34566EC7}" sibTransId="{EECD3429-F60A-4FDF-89EE-B42E2E1D4EB8}"/>
    <dgm:cxn modelId="{7863AD6B-CB76-4275-AE07-D1CA6F92B432}" type="presOf" srcId="{9CCEDC5A-4E9E-4DD2-A528-2ABFE9871280}" destId="{4A505B21-AFDA-407E-A268-EABC330A4514}" srcOrd="0" destOrd="1" presId="urn:microsoft.com/office/officeart/2018/2/layout/IconLabelDescriptionList"/>
    <dgm:cxn modelId="{3850C275-E4F4-443E-9789-E0D2BCC1AD8D}" srcId="{7487A133-5E3E-48E3-8E07-CF1D7FA0BCEB}" destId="{B2402DDF-3E7C-41A9-BEB9-CAC1AED97FC7}" srcOrd="3" destOrd="0" parTransId="{46A6B0E0-5897-4E6B-9D18-30902A5B8657}" sibTransId="{B3518FF4-D9EA-4ABC-B209-ADF4EE36E2E3}"/>
    <dgm:cxn modelId="{A64CDE8A-586D-4EE3-A561-E9CFAA0EEBFB}" srcId="{7487A133-5E3E-48E3-8E07-CF1D7FA0BCEB}" destId="{4C251AA5-8101-4B52-ACE3-CE09430C08ED}" srcOrd="4" destOrd="0" parTransId="{002E5F23-BB58-427C-9C73-2B3614C3EB12}" sibTransId="{68057516-57D6-4265-A96B-8AECA9DFF7FD}"/>
    <dgm:cxn modelId="{1B63C390-FF47-4226-856F-D547023E24D2}" srcId="{7487A133-5E3E-48E3-8E07-CF1D7FA0BCEB}" destId="{97250C79-C21B-4E27-9270-051159CAD035}" srcOrd="6" destOrd="0" parTransId="{0B5C48DA-8A43-4970-95E0-47D8A4B96F1D}" sibTransId="{9D7AE864-544F-425E-BB71-22304BBB6FAE}"/>
    <dgm:cxn modelId="{66551791-1B9A-4A80-93B7-900E97F8D955}" type="presOf" srcId="{FD4DC053-5BFB-4D6F-9940-3AE71D0D5D9A}" destId="{4A505B21-AFDA-407E-A268-EABC330A4514}" srcOrd="0" destOrd="2" presId="urn:microsoft.com/office/officeart/2018/2/layout/IconLabelDescriptionList"/>
    <dgm:cxn modelId="{678D4A95-0E86-4418-861E-32879F625335}" type="presOf" srcId="{245B74CA-4086-4A1C-94B3-4757E0D543FC}" destId="{4A505B21-AFDA-407E-A268-EABC330A4514}" srcOrd="0" destOrd="0" presId="urn:microsoft.com/office/officeart/2018/2/layout/IconLabelDescriptionList"/>
    <dgm:cxn modelId="{66E191A6-44E2-4859-854F-3C5442A8693D}" type="presOf" srcId="{97250C79-C21B-4E27-9270-051159CAD035}" destId="{5C517DA4-2D12-4A21-A7A7-88F7586D3397}" srcOrd="0" destOrd="0" presId="urn:microsoft.com/office/officeart/2018/2/layout/IconLabelDescriptionList"/>
    <dgm:cxn modelId="{0AD30AAF-BA1C-4743-9A3F-463055FACE3F}" srcId="{7487A133-5E3E-48E3-8E07-CF1D7FA0BCEB}" destId="{0803CC70-8DAE-4C03-9977-32CD3162D6E9}" srcOrd="0" destOrd="0" parTransId="{3A9FC0BE-6338-4CBA-991F-0A93C73671A9}" sibTransId="{CEFC34A4-10BE-4211-8375-4BABA1103D3B}"/>
    <dgm:cxn modelId="{21A6FBB3-C09C-4D37-8A4F-14BA58D8F090}" type="presOf" srcId="{0336A083-9139-4842-A937-BF1FC6E3EFEF}" destId="{B35205F7-E350-44E8-9F2F-640F070E059F}" srcOrd="0" destOrd="0" presId="urn:microsoft.com/office/officeart/2018/2/layout/IconLabelDescriptionList"/>
    <dgm:cxn modelId="{500961BF-C7C4-4EA1-8D21-0517FF9E01E5}" srcId="{7487A133-5E3E-48E3-8E07-CF1D7FA0BCEB}" destId="{4B6F4265-FF68-42AD-BDEC-B99B61D569AD}" srcOrd="5" destOrd="0" parTransId="{D50163A8-9158-4E9D-A1DF-E33EE6A01D0F}" sibTransId="{F90CCBB6-E6D3-4A13-8D67-6293465E30AB}"/>
    <dgm:cxn modelId="{6DE897D4-0E6B-4900-9D7E-0F47A34D7048}" type="presOf" srcId="{7487A133-5E3E-48E3-8E07-CF1D7FA0BCEB}" destId="{62A54C14-9652-4022-BCEF-B1C4CBB99A11}" srcOrd="0" destOrd="0" presId="urn:microsoft.com/office/officeart/2018/2/layout/IconLabelDescriptionList"/>
    <dgm:cxn modelId="{1E3CC7EB-0B8F-4B7D-9567-CDA185675FEC}" type="presOf" srcId="{0803CC70-8DAE-4C03-9977-32CD3162D6E9}" destId="{0149E042-AECA-4B93-BC56-5CB5FCF99CB0}" srcOrd="0" destOrd="0" presId="urn:microsoft.com/office/officeart/2018/2/layout/IconLabelDescriptionList"/>
    <dgm:cxn modelId="{3A427024-FAC0-42BB-AC1A-E43AA31E9022}" type="presParOf" srcId="{62A54C14-9652-4022-BCEF-B1C4CBB99A11}" destId="{4D8AD4DB-7EAA-4B7F-96E1-2586CD8EDADA}" srcOrd="0" destOrd="0" presId="urn:microsoft.com/office/officeart/2018/2/layout/IconLabelDescriptionList"/>
    <dgm:cxn modelId="{6216FEB9-C4FA-4879-A301-DBA1CA3B1998}" type="presParOf" srcId="{4D8AD4DB-7EAA-4B7F-96E1-2586CD8EDADA}" destId="{1011B5DD-78EB-45E7-954A-A55995D55CA5}" srcOrd="0" destOrd="0" presId="urn:microsoft.com/office/officeart/2018/2/layout/IconLabelDescriptionList"/>
    <dgm:cxn modelId="{6456A65F-CA02-4198-AC8D-09D66C55DA7F}" type="presParOf" srcId="{4D8AD4DB-7EAA-4B7F-96E1-2586CD8EDADA}" destId="{72EC69CA-8087-453C-925C-DC76F0905E2E}" srcOrd="1" destOrd="0" presId="urn:microsoft.com/office/officeart/2018/2/layout/IconLabelDescriptionList"/>
    <dgm:cxn modelId="{60058394-3EEA-4956-AB47-D15A27D4848C}" type="presParOf" srcId="{4D8AD4DB-7EAA-4B7F-96E1-2586CD8EDADA}" destId="{0149E042-AECA-4B93-BC56-5CB5FCF99CB0}" srcOrd="2" destOrd="0" presId="urn:microsoft.com/office/officeart/2018/2/layout/IconLabelDescriptionList"/>
    <dgm:cxn modelId="{D404FD5D-A608-4BEA-BDC1-6044BA7B546C}" type="presParOf" srcId="{4D8AD4DB-7EAA-4B7F-96E1-2586CD8EDADA}" destId="{545CE48E-E528-416B-87F7-C4414CABABDC}" srcOrd="3" destOrd="0" presId="urn:microsoft.com/office/officeart/2018/2/layout/IconLabelDescriptionList"/>
    <dgm:cxn modelId="{4E1A10E0-D857-4C19-A60D-2CD0144F54B3}" type="presParOf" srcId="{4D8AD4DB-7EAA-4B7F-96E1-2586CD8EDADA}" destId="{6F28AA52-6F72-4350-A83A-208E4F4B746C}" srcOrd="4" destOrd="0" presId="urn:microsoft.com/office/officeart/2018/2/layout/IconLabelDescriptionList"/>
    <dgm:cxn modelId="{EC764FA2-C36A-4D8B-830D-F924ED110593}" type="presParOf" srcId="{62A54C14-9652-4022-BCEF-B1C4CBB99A11}" destId="{16609EF5-2E62-43BF-B282-9B63F8547FEF}" srcOrd="1" destOrd="0" presId="urn:microsoft.com/office/officeart/2018/2/layout/IconLabelDescriptionList"/>
    <dgm:cxn modelId="{67C02613-92B9-4633-8DB0-2168850CA7CE}" type="presParOf" srcId="{62A54C14-9652-4022-BCEF-B1C4CBB99A11}" destId="{D595A527-4E65-4321-9653-619A5116A168}" srcOrd="2" destOrd="0" presId="urn:microsoft.com/office/officeart/2018/2/layout/IconLabelDescriptionList"/>
    <dgm:cxn modelId="{223B087A-5D23-4E55-958F-FF1CB39F058A}" type="presParOf" srcId="{D595A527-4E65-4321-9653-619A5116A168}" destId="{43E8F4FF-AE3C-40DE-B24C-A2A0DE3391BA}" srcOrd="0" destOrd="0" presId="urn:microsoft.com/office/officeart/2018/2/layout/IconLabelDescriptionList"/>
    <dgm:cxn modelId="{69C5B86D-A1F9-4772-A079-A58799E62A24}" type="presParOf" srcId="{D595A527-4E65-4321-9653-619A5116A168}" destId="{215CB0DE-25F2-486A-882E-FEE3F9CAD7E0}" srcOrd="1" destOrd="0" presId="urn:microsoft.com/office/officeart/2018/2/layout/IconLabelDescriptionList"/>
    <dgm:cxn modelId="{5272E2A7-F128-46C0-83D5-FFE60F1637EC}" type="presParOf" srcId="{D595A527-4E65-4321-9653-619A5116A168}" destId="{FEC9F619-350D-495A-BC76-E2D9AEE31886}" srcOrd="2" destOrd="0" presId="urn:microsoft.com/office/officeart/2018/2/layout/IconLabelDescriptionList"/>
    <dgm:cxn modelId="{57924DCE-7688-48FD-A9AD-93DB6D780C34}" type="presParOf" srcId="{D595A527-4E65-4321-9653-619A5116A168}" destId="{642D0E7F-E2ED-48F9-91D1-2CE3C9B0ADCD}" srcOrd="3" destOrd="0" presId="urn:microsoft.com/office/officeart/2018/2/layout/IconLabelDescriptionList"/>
    <dgm:cxn modelId="{FBD2D28E-DDFA-4B05-BD87-9F089DD932DA}" type="presParOf" srcId="{D595A527-4E65-4321-9653-619A5116A168}" destId="{377B7BE2-2008-4F5C-B562-FCE668BDD13B}" srcOrd="4" destOrd="0" presId="urn:microsoft.com/office/officeart/2018/2/layout/IconLabelDescriptionList"/>
    <dgm:cxn modelId="{34D15D4D-687C-4EFD-9827-78FBE6C9382C}" type="presParOf" srcId="{62A54C14-9652-4022-BCEF-B1C4CBB99A11}" destId="{3202B81B-CC0D-4FAC-8657-A8CC8E615CAC}" srcOrd="3" destOrd="0" presId="urn:microsoft.com/office/officeart/2018/2/layout/IconLabelDescriptionList"/>
    <dgm:cxn modelId="{7A0CF337-D8D2-44E9-A967-3500CBCC537A}" type="presParOf" srcId="{62A54C14-9652-4022-BCEF-B1C4CBB99A11}" destId="{39C5C175-9D33-4310-AFF1-98F36E069E6B}" srcOrd="4" destOrd="0" presId="urn:microsoft.com/office/officeart/2018/2/layout/IconLabelDescriptionList"/>
    <dgm:cxn modelId="{67661BBC-D447-44A8-A325-5EF513B78023}" type="presParOf" srcId="{39C5C175-9D33-4310-AFF1-98F36E069E6B}" destId="{088D7EC0-E3FF-4DC0-A61B-200FDB7050DD}" srcOrd="0" destOrd="0" presId="urn:microsoft.com/office/officeart/2018/2/layout/IconLabelDescriptionList"/>
    <dgm:cxn modelId="{8A2722EE-FEE4-4C2C-8FF9-CC3F052B34D3}" type="presParOf" srcId="{39C5C175-9D33-4310-AFF1-98F36E069E6B}" destId="{DE7951A1-3D22-488B-87AD-B4864B2B6FAC}" srcOrd="1" destOrd="0" presId="urn:microsoft.com/office/officeart/2018/2/layout/IconLabelDescriptionList"/>
    <dgm:cxn modelId="{F2A0A55E-418B-4336-8CF2-67C22D21F68D}" type="presParOf" srcId="{39C5C175-9D33-4310-AFF1-98F36E069E6B}" destId="{B35205F7-E350-44E8-9F2F-640F070E059F}" srcOrd="2" destOrd="0" presId="urn:microsoft.com/office/officeart/2018/2/layout/IconLabelDescriptionList"/>
    <dgm:cxn modelId="{9534B0EB-BF03-4B6E-BD27-B586E0D03408}" type="presParOf" srcId="{39C5C175-9D33-4310-AFF1-98F36E069E6B}" destId="{4525D1E9-5A06-4C90-AB4A-A5DC6A25EA64}" srcOrd="3" destOrd="0" presId="urn:microsoft.com/office/officeart/2018/2/layout/IconLabelDescriptionList"/>
    <dgm:cxn modelId="{49DE49C5-60F1-4E91-9F26-C9508165A055}" type="presParOf" srcId="{39C5C175-9D33-4310-AFF1-98F36E069E6B}" destId="{4A505B21-AFDA-407E-A268-EABC330A4514}" srcOrd="4" destOrd="0" presId="urn:microsoft.com/office/officeart/2018/2/layout/IconLabelDescriptionList"/>
    <dgm:cxn modelId="{6FD35D06-C97A-467B-A8A9-7360BA19FBD8}" type="presParOf" srcId="{62A54C14-9652-4022-BCEF-B1C4CBB99A11}" destId="{54B52302-A5C6-481D-909E-A8D697BE0F24}" srcOrd="5" destOrd="0" presId="urn:microsoft.com/office/officeart/2018/2/layout/IconLabelDescriptionList"/>
    <dgm:cxn modelId="{5CB1E1D3-B7BC-47A0-93CA-64F13BA0F12F}" type="presParOf" srcId="{62A54C14-9652-4022-BCEF-B1C4CBB99A11}" destId="{280859B9-D600-46C5-A19B-A875930359C1}" srcOrd="6" destOrd="0" presId="urn:microsoft.com/office/officeart/2018/2/layout/IconLabelDescriptionList"/>
    <dgm:cxn modelId="{7C7A07BF-BCD7-4607-9887-9BBF6CE77371}" type="presParOf" srcId="{280859B9-D600-46C5-A19B-A875930359C1}" destId="{8CDB3340-1B3A-4D0F-AD4A-41B037758331}" srcOrd="0" destOrd="0" presId="urn:microsoft.com/office/officeart/2018/2/layout/IconLabelDescriptionList"/>
    <dgm:cxn modelId="{58C8ABAA-4F41-41D5-B9B8-D742970A3610}" type="presParOf" srcId="{280859B9-D600-46C5-A19B-A875930359C1}" destId="{FE13AFCB-F72C-41BF-930E-05995094C559}" srcOrd="1" destOrd="0" presId="urn:microsoft.com/office/officeart/2018/2/layout/IconLabelDescriptionList"/>
    <dgm:cxn modelId="{E0CA405B-FD20-4A41-B620-E4FBA983BEB5}" type="presParOf" srcId="{280859B9-D600-46C5-A19B-A875930359C1}" destId="{3B99C3F5-8A57-4F72-9419-66E2CD2AA05E}" srcOrd="2" destOrd="0" presId="urn:microsoft.com/office/officeart/2018/2/layout/IconLabelDescriptionList"/>
    <dgm:cxn modelId="{097FEC73-9745-445B-9251-784F259B4990}" type="presParOf" srcId="{280859B9-D600-46C5-A19B-A875930359C1}" destId="{B286696F-B4C8-4F2A-846B-A12A885187DE}" srcOrd="3" destOrd="0" presId="urn:microsoft.com/office/officeart/2018/2/layout/IconLabelDescriptionList"/>
    <dgm:cxn modelId="{9E0A5D55-8A7C-40A7-8A1A-92BB0497D056}" type="presParOf" srcId="{280859B9-D600-46C5-A19B-A875930359C1}" destId="{F5740D93-DCF5-4C10-8723-3F22CC827243}" srcOrd="4" destOrd="0" presId="urn:microsoft.com/office/officeart/2018/2/layout/IconLabelDescriptionList"/>
    <dgm:cxn modelId="{9991CCCA-FE2F-4DC6-93AD-B4C12609CA24}" type="presParOf" srcId="{62A54C14-9652-4022-BCEF-B1C4CBB99A11}" destId="{DDB4FEAC-7F10-4363-AA2B-D0C1CF49B78D}" srcOrd="7" destOrd="0" presId="urn:microsoft.com/office/officeart/2018/2/layout/IconLabelDescriptionList"/>
    <dgm:cxn modelId="{B5602DA0-B91A-478E-9694-13ED8B31511F}" type="presParOf" srcId="{62A54C14-9652-4022-BCEF-B1C4CBB99A11}" destId="{149CAA1E-93E2-4DE0-ADA8-4F7BDDE5885A}" srcOrd="8" destOrd="0" presId="urn:microsoft.com/office/officeart/2018/2/layout/IconLabelDescriptionList"/>
    <dgm:cxn modelId="{0B822593-67AE-4498-A474-4F375F1646FC}" type="presParOf" srcId="{149CAA1E-93E2-4DE0-ADA8-4F7BDDE5885A}" destId="{97C688DB-72B5-4175-8C1C-42A735362FB7}" srcOrd="0" destOrd="0" presId="urn:microsoft.com/office/officeart/2018/2/layout/IconLabelDescriptionList"/>
    <dgm:cxn modelId="{4B7FF949-515C-4886-AD82-5227C7E5BF69}" type="presParOf" srcId="{149CAA1E-93E2-4DE0-ADA8-4F7BDDE5885A}" destId="{510270AB-4527-4DC2-B15A-A2D1D8C99746}" srcOrd="1" destOrd="0" presId="urn:microsoft.com/office/officeart/2018/2/layout/IconLabelDescriptionList"/>
    <dgm:cxn modelId="{971F898A-4F2E-4E6C-8833-C46332D46F67}" type="presParOf" srcId="{149CAA1E-93E2-4DE0-ADA8-4F7BDDE5885A}" destId="{1268C9E6-56BE-4F9A-839F-A255296884C8}" srcOrd="2" destOrd="0" presId="urn:microsoft.com/office/officeart/2018/2/layout/IconLabelDescriptionList"/>
    <dgm:cxn modelId="{93E274ED-9840-4FD3-B852-CB09DCB7F0CA}" type="presParOf" srcId="{149CAA1E-93E2-4DE0-ADA8-4F7BDDE5885A}" destId="{4327B2F9-CEA6-4C1F-8482-955449A749B8}" srcOrd="3" destOrd="0" presId="urn:microsoft.com/office/officeart/2018/2/layout/IconLabelDescriptionList"/>
    <dgm:cxn modelId="{C5729D54-7AB4-4E3B-8D9E-C720BC41BEDD}" type="presParOf" srcId="{149CAA1E-93E2-4DE0-ADA8-4F7BDDE5885A}" destId="{98352582-09FB-4C9E-A00D-81055939A86B}" srcOrd="4" destOrd="0" presId="urn:microsoft.com/office/officeart/2018/2/layout/IconLabelDescriptionList"/>
    <dgm:cxn modelId="{9E8CEACC-2E62-43B4-B330-D9CE7C4F6705}" type="presParOf" srcId="{62A54C14-9652-4022-BCEF-B1C4CBB99A11}" destId="{3DCDE9FF-8410-45FA-A169-EE9BFF6CDDD9}" srcOrd="9" destOrd="0" presId="urn:microsoft.com/office/officeart/2018/2/layout/IconLabelDescriptionList"/>
    <dgm:cxn modelId="{F3E7F278-969E-4ECB-A2E1-A816A72B03FD}" type="presParOf" srcId="{62A54C14-9652-4022-BCEF-B1C4CBB99A11}" destId="{3FED820B-DC6B-43CA-90CB-D0EF9150CC15}" srcOrd="10" destOrd="0" presId="urn:microsoft.com/office/officeart/2018/2/layout/IconLabelDescriptionList"/>
    <dgm:cxn modelId="{8587B71F-8E4C-42B0-B21A-32B90F680235}" type="presParOf" srcId="{3FED820B-DC6B-43CA-90CB-D0EF9150CC15}" destId="{32FE2ADF-4FD4-4778-AE9D-4306A4F56308}" srcOrd="0" destOrd="0" presId="urn:microsoft.com/office/officeart/2018/2/layout/IconLabelDescriptionList"/>
    <dgm:cxn modelId="{C2656FB7-8A5C-4ECF-B01E-6BC438520A0A}" type="presParOf" srcId="{3FED820B-DC6B-43CA-90CB-D0EF9150CC15}" destId="{D7D06E17-7081-4D88-873A-12EAD47E8641}" srcOrd="1" destOrd="0" presId="urn:microsoft.com/office/officeart/2018/2/layout/IconLabelDescriptionList"/>
    <dgm:cxn modelId="{1FD87E94-CA8F-417B-A037-D5BA92E92D07}" type="presParOf" srcId="{3FED820B-DC6B-43CA-90CB-D0EF9150CC15}" destId="{345B4AD2-BB0B-4CC0-9E2B-5F087305F2E5}" srcOrd="2" destOrd="0" presId="urn:microsoft.com/office/officeart/2018/2/layout/IconLabelDescriptionList"/>
    <dgm:cxn modelId="{67426B7E-851E-4AFD-9181-B1C477B6BD8F}" type="presParOf" srcId="{3FED820B-DC6B-43CA-90CB-D0EF9150CC15}" destId="{2E6E5205-FACC-4B6A-A853-3E28CE38A565}" srcOrd="3" destOrd="0" presId="urn:microsoft.com/office/officeart/2018/2/layout/IconLabelDescriptionList"/>
    <dgm:cxn modelId="{E7CAB90C-E313-4331-BE34-D0AD3BA13D0C}" type="presParOf" srcId="{3FED820B-DC6B-43CA-90CB-D0EF9150CC15}" destId="{566248A6-6E0A-43DB-B198-D3684736EDAC}" srcOrd="4" destOrd="0" presId="urn:microsoft.com/office/officeart/2018/2/layout/IconLabelDescriptionList"/>
    <dgm:cxn modelId="{1CD85AA2-2E12-447D-8D21-784966121F85}" type="presParOf" srcId="{62A54C14-9652-4022-BCEF-B1C4CBB99A11}" destId="{148F4904-BD54-4F8C-B09D-8A8D0020634C}" srcOrd="11" destOrd="0" presId="urn:microsoft.com/office/officeart/2018/2/layout/IconLabelDescriptionList"/>
    <dgm:cxn modelId="{8B474664-2B9C-4351-AF0B-87851FE03075}" type="presParOf" srcId="{62A54C14-9652-4022-BCEF-B1C4CBB99A11}" destId="{AA7D6EFD-3649-4BB1-9822-F2D40AD2E21C}" srcOrd="12" destOrd="0" presId="urn:microsoft.com/office/officeart/2018/2/layout/IconLabelDescriptionList"/>
    <dgm:cxn modelId="{B4A3FD63-3965-4AC9-9275-9FFE1DE0BFAF}" type="presParOf" srcId="{AA7D6EFD-3649-4BB1-9822-F2D40AD2E21C}" destId="{689CB9A0-7F66-474E-B18F-6044D6375539}" srcOrd="0" destOrd="0" presId="urn:microsoft.com/office/officeart/2018/2/layout/IconLabelDescriptionList"/>
    <dgm:cxn modelId="{D674B2CF-0646-4BC6-B87A-B49B4F52E2CB}" type="presParOf" srcId="{AA7D6EFD-3649-4BB1-9822-F2D40AD2E21C}" destId="{DA19A07A-C84F-4054-A6B2-45B39718F293}" srcOrd="1" destOrd="0" presId="urn:microsoft.com/office/officeart/2018/2/layout/IconLabelDescriptionList"/>
    <dgm:cxn modelId="{64897CA0-9F1B-4235-8FA9-FE62A6837ED5}" type="presParOf" srcId="{AA7D6EFD-3649-4BB1-9822-F2D40AD2E21C}" destId="{5C517DA4-2D12-4A21-A7A7-88F7586D3397}" srcOrd="2" destOrd="0" presId="urn:microsoft.com/office/officeart/2018/2/layout/IconLabelDescriptionList"/>
    <dgm:cxn modelId="{2099DBB8-97FE-456E-81A6-CF332CF1AEA5}" type="presParOf" srcId="{AA7D6EFD-3649-4BB1-9822-F2D40AD2E21C}" destId="{665FDC5E-26A2-4A22-9382-BBC45B5D2DF8}" srcOrd="3" destOrd="0" presId="urn:microsoft.com/office/officeart/2018/2/layout/IconLabelDescriptionList"/>
    <dgm:cxn modelId="{4658325F-D593-4208-B0B0-9B8C199A9CA4}" type="presParOf" srcId="{AA7D6EFD-3649-4BB1-9822-F2D40AD2E21C}" destId="{CC6966E9-7500-4AA6-86D7-2B85661D17F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F2CE2C-C151-4BC9-B7D3-1ED3346073F0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E0AEC01-57F5-4771-A7B2-6511EC85EAC3}">
      <dgm:prSet/>
      <dgm:spPr/>
      <dgm:t>
        <a:bodyPr/>
        <a:lstStyle/>
        <a:p>
          <a:r>
            <a:rPr lang="en-US"/>
            <a:t>Start</a:t>
          </a:r>
        </a:p>
      </dgm:t>
    </dgm:pt>
    <dgm:pt modelId="{B96322BB-39C3-4DEA-A50F-1712FDF19127}" type="parTrans" cxnId="{419870E2-FD5F-4256-855B-B7EE5D370B2E}">
      <dgm:prSet/>
      <dgm:spPr/>
      <dgm:t>
        <a:bodyPr/>
        <a:lstStyle/>
        <a:p>
          <a:endParaRPr lang="en-US"/>
        </a:p>
      </dgm:t>
    </dgm:pt>
    <dgm:pt modelId="{6CB742EE-6DC6-42A1-80AF-2CCE8DF3DE13}" type="sibTrans" cxnId="{419870E2-FD5F-4256-855B-B7EE5D370B2E}">
      <dgm:prSet/>
      <dgm:spPr/>
      <dgm:t>
        <a:bodyPr/>
        <a:lstStyle/>
        <a:p>
          <a:endParaRPr lang="en-US"/>
        </a:p>
      </dgm:t>
    </dgm:pt>
    <dgm:pt modelId="{4DE4A21C-0BE6-4B0B-8A03-8D56ED2591AC}">
      <dgm:prSet/>
      <dgm:spPr/>
      <dgm:t>
        <a:bodyPr/>
        <a:lstStyle/>
        <a:p>
          <a:r>
            <a:rPr lang="en-US"/>
            <a:t>Start server: python app.py</a:t>
          </a:r>
        </a:p>
      </dgm:t>
    </dgm:pt>
    <dgm:pt modelId="{F9140AFC-8660-4B76-9C65-3BFE494141CD}" type="parTrans" cxnId="{61F7E5AD-DC90-49C5-8A19-ECC9E26AD542}">
      <dgm:prSet/>
      <dgm:spPr/>
      <dgm:t>
        <a:bodyPr/>
        <a:lstStyle/>
        <a:p>
          <a:endParaRPr lang="en-US"/>
        </a:p>
      </dgm:t>
    </dgm:pt>
    <dgm:pt modelId="{BBB3C4A9-D5A7-4416-8D4B-C458E9D99AA2}" type="sibTrans" cxnId="{61F7E5AD-DC90-49C5-8A19-ECC9E26AD542}">
      <dgm:prSet/>
      <dgm:spPr/>
      <dgm:t>
        <a:bodyPr/>
        <a:lstStyle/>
        <a:p>
          <a:endParaRPr lang="en-US"/>
        </a:p>
      </dgm:t>
    </dgm:pt>
    <dgm:pt modelId="{98F79934-3A4E-4314-981E-8CEF4E81328C}">
      <dgm:prSet/>
      <dgm:spPr/>
      <dgm:t>
        <a:bodyPr/>
        <a:lstStyle/>
        <a:p>
          <a:r>
            <a:rPr lang="en-US"/>
            <a:t>Open</a:t>
          </a:r>
        </a:p>
      </dgm:t>
    </dgm:pt>
    <dgm:pt modelId="{53DDCAF4-827F-411E-8CB6-06E890AAA9A0}" type="parTrans" cxnId="{586AEF6D-E5B1-4126-A392-4182605690E3}">
      <dgm:prSet/>
      <dgm:spPr/>
      <dgm:t>
        <a:bodyPr/>
        <a:lstStyle/>
        <a:p>
          <a:endParaRPr lang="en-US"/>
        </a:p>
      </dgm:t>
    </dgm:pt>
    <dgm:pt modelId="{E4E30F88-1C0A-460C-B2CA-40FD6A706A27}" type="sibTrans" cxnId="{586AEF6D-E5B1-4126-A392-4182605690E3}">
      <dgm:prSet/>
      <dgm:spPr/>
      <dgm:t>
        <a:bodyPr/>
        <a:lstStyle/>
        <a:p>
          <a:endParaRPr lang="en-US"/>
        </a:p>
      </dgm:t>
    </dgm:pt>
    <dgm:pt modelId="{DCB3C5EF-ACCD-40EF-A0B8-E315828CC5F3}">
      <dgm:prSet/>
      <dgm:spPr/>
      <dgm:t>
        <a:bodyPr/>
        <a:lstStyle/>
        <a:p>
          <a:r>
            <a:rPr lang="en-US"/>
            <a:t>Open browser → http://localhost:5000</a:t>
          </a:r>
        </a:p>
      </dgm:t>
    </dgm:pt>
    <dgm:pt modelId="{672AC70E-101B-49D0-BE0A-768035990280}" type="parTrans" cxnId="{8087D220-F966-44EF-B13E-25ECF67F6C56}">
      <dgm:prSet/>
      <dgm:spPr/>
      <dgm:t>
        <a:bodyPr/>
        <a:lstStyle/>
        <a:p>
          <a:endParaRPr lang="en-US"/>
        </a:p>
      </dgm:t>
    </dgm:pt>
    <dgm:pt modelId="{CFBC43DA-F8B5-4992-B705-84DFA91CF4AE}" type="sibTrans" cxnId="{8087D220-F966-44EF-B13E-25ECF67F6C56}">
      <dgm:prSet/>
      <dgm:spPr/>
      <dgm:t>
        <a:bodyPr/>
        <a:lstStyle/>
        <a:p>
          <a:endParaRPr lang="en-US"/>
        </a:p>
      </dgm:t>
    </dgm:pt>
    <dgm:pt modelId="{B47DC86F-3C23-47DE-9EB7-8F0312DCD906}">
      <dgm:prSet/>
      <dgm:spPr/>
      <dgm:t>
        <a:bodyPr/>
        <a:lstStyle/>
        <a:p>
          <a:r>
            <a:rPr lang="en-US"/>
            <a:t>Upload</a:t>
          </a:r>
        </a:p>
      </dgm:t>
    </dgm:pt>
    <dgm:pt modelId="{BCE1BEC8-DBC7-4B43-917D-76E3AD1735AB}" type="parTrans" cxnId="{4B993783-EC50-48C2-BE6C-694FDD8D78E3}">
      <dgm:prSet/>
      <dgm:spPr/>
      <dgm:t>
        <a:bodyPr/>
        <a:lstStyle/>
        <a:p>
          <a:endParaRPr lang="en-US"/>
        </a:p>
      </dgm:t>
    </dgm:pt>
    <dgm:pt modelId="{EF7D647B-E766-4A42-9B2A-DC317916F31A}" type="sibTrans" cxnId="{4B993783-EC50-48C2-BE6C-694FDD8D78E3}">
      <dgm:prSet/>
      <dgm:spPr/>
      <dgm:t>
        <a:bodyPr/>
        <a:lstStyle/>
        <a:p>
          <a:endParaRPr lang="en-US"/>
        </a:p>
      </dgm:t>
    </dgm:pt>
    <dgm:pt modelId="{E97B95D5-E2AA-42A2-B3CF-B7B31BDD5E76}">
      <dgm:prSet/>
      <dgm:spPr/>
      <dgm:t>
        <a:bodyPr/>
        <a:lstStyle/>
        <a:p>
          <a:r>
            <a:rPr lang="en-US"/>
            <a:t>Upload a student submission (PDF/DOCX/TeX)</a:t>
          </a:r>
        </a:p>
      </dgm:t>
    </dgm:pt>
    <dgm:pt modelId="{71E41D8D-8BC1-4849-A7BE-E4CE88C9CABB}" type="parTrans" cxnId="{9BE42708-BE3D-414C-86AD-289D4C029480}">
      <dgm:prSet/>
      <dgm:spPr/>
      <dgm:t>
        <a:bodyPr/>
        <a:lstStyle/>
        <a:p>
          <a:endParaRPr lang="en-US"/>
        </a:p>
      </dgm:t>
    </dgm:pt>
    <dgm:pt modelId="{E61578ED-1F28-4F1B-BB77-079557CA96AC}" type="sibTrans" cxnId="{9BE42708-BE3D-414C-86AD-289D4C029480}">
      <dgm:prSet/>
      <dgm:spPr/>
      <dgm:t>
        <a:bodyPr/>
        <a:lstStyle/>
        <a:p>
          <a:endParaRPr lang="en-US"/>
        </a:p>
      </dgm:t>
    </dgm:pt>
    <dgm:pt modelId="{21E108B4-5E94-450B-8023-BE472AFD6FF8}">
      <dgm:prSet/>
      <dgm:spPr/>
      <dgm:t>
        <a:bodyPr/>
        <a:lstStyle/>
        <a:p>
          <a:r>
            <a:rPr lang="en-US"/>
            <a:t>Toggle</a:t>
          </a:r>
        </a:p>
      </dgm:t>
    </dgm:pt>
    <dgm:pt modelId="{8F3B6437-087D-4864-BF77-9FFAF067F7FB}" type="parTrans" cxnId="{F998380E-BFAC-4B71-B6CD-9251EF22C0D7}">
      <dgm:prSet/>
      <dgm:spPr/>
      <dgm:t>
        <a:bodyPr/>
        <a:lstStyle/>
        <a:p>
          <a:endParaRPr lang="en-US"/>
        </a:p>
      </dgm:t>
    </dgm:pt>
    <dgm:pt modelId="{4164C98E-9376-47F8-8061-261447FAC62A}" type="sibTrans" cxnId="{F998380E-BFAC-4B71-B6CD-9251EF22C0D7}">
      <dgm:prSet/>
      <dgm:spPr/>
      <dgm:t>
        <a:bodyPr/>
        <a:lstStyle/>
        <a:p>
          <a:endParaRPr lang="en-US"/>
        </a:p>
      </dgm:t>
    </dgm:pt>
    <dgm:pt modelId="{05182856-74AE-4F80-B6E6-DF7C3C9629A9}">
      <dgm:prSet/>
      <dgm:spPr/>
      <dgm:t>
        <a:bodyPr/>
        <a:lstStyle/>
        <a:p>
          <a:r>
            <a:rPr lang="en-US"/>
            <a:t>Toggle Verify references online (recommended)</a:t>
          </a:r>
        </a:p>
      </dgm:t>
    </dgm:pt>
    <dgm:pt modelId="{7A4742A1-46E4-4F57-96B9-4FE4403C4828}" type="parTrans" cxnId="{8D1DA8E9-BE44-42B4-899A-13B6F6C5C30B}">
      <dgm:prSet/>
      <dgm:spPr/>
      <dgm:t>
        <a:bodyPr/>
        <a:lstStyle/>
        <a:p>
          <a:endParaRPr lang="en-US"/>
        </a:p>
      </dgm:t>
    </dgm:pt>
    <dgm:pt modelId="{5B22A10F-1583-4F4F-864D-C418CC638686}" type="sibTrans" cxnId="{8D1DA8E9-BE44-42B4-899A-13B6F6C5C30B}">
      <dgm:prSet/>
      <dgm:spPr/>
      <dgm:t>
        <a:bodyPr/>
        <a:lstStyle/>
        <a:p>
          <a:endParaRPr lang="en-US"/>
        </a:p>
      </dgm:t>
    </dgm:pt>
    <dgm:pt modelId="{7A587DAA-A322-46BD-B84D-A69E75CD1852}">
      <dgm:prSet/>
      <dgm:spPr/>
      <dgm:t>
        <a:bodyPr/>
        <a:lstStyle/>
        <a:p>
          <a:r>
            <a:rPr lang="en-US"/>
            <a:t>Click</a:t>
          </a:r>
        </a:p>
      </dgm:t>
    </dgm:pt>
    <dgm:pt modelId="{836F1FE1-DD12-4AA6-AA9B-7C363F2CB0F0}" type="parTrans" cxnId="{ED46A45F-B3E1-4BBB-B31A-DB0DB7166B80}">
      <dgm:prSet/>
      <dgm:spPr/>
      <dgm:t>
        <a:bodyPr/>
        <a:lstStyle/>
        <a:p>
          <a:endParaRPr lang="en-US"/>
        </a:p>
      </dgm:t>
    </dgm:pt>
    <dgm:pt modelId="{9838E951-67D5-4F9C-AE69-43E523925AC2}" type="sibTrans" cxnId="{ED46A45F-B3E1-4BBB-B31A-DB0DB7166B80}">
      <dgm:prSet/>
      <dgm:spPr/>
      <dgm:t>
        <a:bodyPr/>
        <a:lstStyle/>
        <a:p>
          <a:endParaRPr lang="en-US"/>
        </a:p>
      </dgm:t>
    </dgm:pt>
    <dgm:pt modelId="{EAC2DEF8-8959-4971-9FB0-3CE841C7C050}">
      <dgm:prSet/>
      <dgm:spPr/>
      <dgm:t>
        <a:bodyPr/>
        <a:lstStyle/>
        <a:p>
          <a:r>
            <a:rPr lang="en-US"/>
            <a:t>Click Run Check → watch live progress</a:t>
          </a:r>
        </a:p>
      </dgm:t>
    </dgm:pt>
    <dgm:pt modelId="{2D67B670-BF85-4BF0-8B48-14513AEB44A1}" type="parTrans" cxnId="{44580535-0853-4B93-8120-BB6F517CF366}">
      <dgm:prSet/>
      <dgm:spPr/>
      <dgm:t>
        <a:bodyPr/>
        <a:lstStyle/>
        <a:p>
          <a:endParaRPr lang="en-US"/>
        </a:p>
      </dgm:t>
    </dgm:pt>
    <dgm:pt modelId="{8BECF282-BDD2-4018-94BC-1EA6028A5AC2}" type="sibTrans" cxnId="{44580535-0853-4B93-8120-BB6F517CF366}">
      <dgm:prSet/>
      <dgm:spPr/>
      <dgm:t>
        <a:bodyPr/>
        <a:lstStyle/>
        <a:p>
          <a:endParaRPr lang="en-US"/>
        </a:p>
      </dgm:t>
    </dgm:pt>
    <dgm:pt modelId="{9E273A01-3E70-4600-8893-EA306EE35358}">
      <dgm:prSet/>
      <dgm:spPr/>
      <dgm:t>
        <a:bodyPr/>
        <a:lstStyle/>
        <a:p>
          <a:r>
            <a:rPr lang="en-US"/>
            <a:t>Explore</a:t>
          </a:r>
        </a:p>
      </dgm:t>
    </dgm:pt>
    <dgm:pt modelId="{F4A8577E-E979-4EB9-9430-96E882FDCBD4}" type="parTrans" cxnId="{CFEE7D8F-6E4A-4EE7-8863-69F6EAB854E6}">
      <dgm:prSet/>
      <dgm:spPr/>
      <dgm:t>
        <a:bodyPr/>
        <a:lstStyle/>
        <a:p>
          <a:endParaRPr lang="en-US"/>
        </a:p>
      </dgm:t>
    </dgm:pt>
    <dgm:pt modelId="{0442D8C9-1287-4AC1-95AD-0CB8AEBA611D}" type="sibTrans" cxnId="{CFEE7D8F-6E4A-4EE7-8863-69F6EAB854E6}">
      <dgm:prSet/>
      <dgm:spPr/>
      <dgm:t>
        <a:bodyPr/>
        <a:lstStyle/>
        <a:p>
          <a:endParaRPr lang="en-US"/>
        </a:p>
      </dgm:t>
    </dgm:pt>
    <dgm:pt modelId="{00737D02-E052-4D23-8422-58329421D249}">
      <dgm:prSet/>
      <dgm:spPr/>
      <dgm:t>
        <a:bodyPr/>
        <a:lstStyle/>
        <a:p>
          <a:r>
            <a:rPr lang="en-US"/>
            <a:t>Explore three tabs:</a:t>
          </a:r>
        </a:p>
      </dgm:t>
    </dgm:pt>
    <dgm:pt modelId="{ECBE3230-6F4B-4A05-85E7-6421AA7D5B33}" type="parTrans" cxnId="{FE3AB301-5EE9-4FA7-877D-0B9DC8DCFC48}">
      <dgm:prSet/>
      <dgm:spPr/>
      <dgm:t>
        <a:bodyPr/>
        <a:lstStyle/>
        <a:p>
          <a:endParaRPr lang="en-US"/>
        </a:p>
      </dgm:t>
    </dgm:pt>
    <dgm:pt modelId="{E42DFC06-B8C1-4B39-A099-A2A33CAEA77D}" type="sibTrans" cxnId="{FE3AB301-5EE9-4FA7-877D-0B9DC8DCFC48}">
      <dgm:prSet/>
      <dgm:spPr/>
      <dgm:t>
        <a:bodyPr/>
        <a:lstStyle/>
        <a:p>
          <a:endParaRPr lang="en-US"/>
        </a:p>
      </dgm:t>
    </dgm:pt>
    <dgm:pt modelId="{09716C51-2857-494B-955C-B4F0A6303331}">
      <dgm:prSet/>
      <dgm:spPr/>
      <dgm:t>
        <a:bodyPr/>
        <a:lstStyle/>
        <a:p>
          <a:r>
            <a:rPr lang="en-US"/>
            <a:t>Bibliography – formatting errors</a:t>
          </a:r>
        </a:p>
      </dgm:t>
    </dgm:pt>
    <dgm:pt modelId="{46235558-0727-4ECF-B89B-DD5525E5A64D}" type="parTrans" cxnId="{15CC72A3-8619-4982-831B-21803FF00486}">
      <dgm:prSet/>
      <dgm:spPr/>
      <dgm:t>
        <a:bodyPr/>
        <a:lstStyle/>
        <a:p>
          <a:endParaRPr lang="en-US"/>
        </a:p>
      </dgm:t>
    </dgm:pt>
    <dgm:pt modelId="{628B731B-913C-44EA-B899-234BDA571E0E}" type="sibTrans" cxnId="{15CC72A3-8619-4982-831B-21803FF00486}">
      <dgm:prSet/>
      <dgm:spPr/>
      <dgm:t>
        <a:bodyPr/>
        <a:lstStyle/>
        <a:p>
          <a:endParaRPr lang="en-US"/>
        </a:p>
      </dgm:t>
    </dgm:pt>
    <dgm:pt modelId="{021A776F-0546-4A59-AC08-CC85A51F3CA0}">
      <dgm:prSet/>
      <dgm:spPr/>
      <dgm:t>
        <a:bodyPr/>
        <a:lstStyle/>
        <a:p>
          <a:r>
            <a:rPr lang="en-US"/>
            <a:t>Cross‑Check – missing/orphaned citations</a:t>
          </a:r>
        </a:p>
      </dgm:t>
    </dgm:pt>
    <dgm:pt modelId="{BED64A68-91CB-40A5-A352-D38D863E92BA}" type="parTrans" cxnId="{7C06B861-96E1-4174-A12E-A39DA37444EC}">
      <dgm:prSet/>
      <dgm:spPr/>
      <dgm:t>
        <a:bodyPr/>
        <a:lstStyle/>
        <a:p>
          <a:endParaRPr lang="en-US"/>
        </a:p>
      </dgm:t>
    </dgm:pt>
    <dgm:pt modelId="{F01FAF67-DFB8-4088-AB06-A5186636CCA8}" type="sibTrans" cxnId="{7C06B861-96E1-4174-A12E-A39DA37444EC}">
      <dgm:prSet/>
      <dgm:spPr/>
      <dgm:t>
        <a:bodyPr/>
        <a:lstStyle/>
        <a:p>
          <a:endParaRPr lang="en-US"/>
        </a:p>
      </dgm:t>
    </dgm:pt>
    <dgm:pt modelId="{4BE7B3B5-0830-4D8D-A98E-BE2334A40271}">
      <dgm:prSet/>
      <dgm:spPr/>
      <dgm:t>
        <a:bodyPr/>
        <a:lstStyle/>
        <a:p>
          <a:r>
            <a:rPr lang="en-US"/>
            <a:t>Verification – real/fake/retracted per reference</a:t>
          </a:r>
        </a:p>
      </dgm:t>
    </dgm:pt>
    <dgm:pt modelId="{6EE585CA-A828-4B2C-B57D-EBDFD62C4389}" type="parTrans" cxnId="{B0AB6385-A97D-4DA0-BBB3-0A58C3AC6214}">
      <dgm:prSet/>
      <dgm:spPr/>
      <dgm:t>
        <a:bodyPr/>
        <a:lstStyle/>
        <a:p>
          <a:endParaRPr lang="en-US"/>
        </a:p>
      </dgm:t>
    </dgm:pt>
    <dgm:pt modelId="{9D052B1A-AE7D-41E8-AB8E-9415E010928C}" type="sibTrans" cxnId="{B0AB6385-A97D-4DA0-BBB3-0A58C3AC6214}">
      <dgm:prSet/>
      <dgm:spPr/>
      <dgm:t>
        <a:bodyPr/>
        <a:lstStyle/>
        <a:p>
          <a:endParaRPr lang="en-US"/>
        </a:p>
      </dgm:t>
    </dgm:pt>
    <dgm:pt modelId="{5CC80819-B4D9-44C6-AFA2-A04C078E8FCC}">
      <dgm:prSet/>
      <dgm:spPr/>
      <dgm:t>
        <a:bodyPr/>
        <a:lstStyle/>
        <a:p>
          <a:r>
            <a:rPr lang="en-US"/>
            <a:t>Export</a:t>
          </a:r>
        </a:p>
      </dgm:t>
    </dgm:pt>
    <dgm:pt modelId="{451E067E-8FC3-41C7-AA07-0E2486EA8D7E}" type="parTrans" cxnId="{721EE7BA-4E3F-4035-8A4F-B7CF558970D3}">
      <dgm:prSet/>
      <dgm:spPr/>
      <dgm:t>
        <a:bodyPr/>
        <a:lstStyle/>
        <a:p>
          <a:endParaRPr lang="en-US"/>
        </a:p>
      </dgm:t>
    </dgm:pt>
    <dgm:pt modelId="{56AC64ED-25EF-4F1D-826F-583154E9F293}" type="sibTrans" cxnId="{721EE7BA-4E3F-4035-8A4F-B7CF558970D3}">
      <dgm:prSet/>
      <dgm:spPr/>
      <dgm:t>
        <a:bodyPr/>
        <a:lstStyle/>
        <a:p>
          <a:endParaRPr lang="en-US"/>
        </a:p>
      </dgm:t>
    </dgm:pt>
    <dgm:pt modelId="{C0E033DC-8D62-488C-B766-B049AE9A19B2}">
      <dgm:prSet/>
      <dgm:spPr/>
      <dgm:t>
        <a:bodyPr/>
        <a:lstStyle/>
        <a:p>
          <a:r>
            <a:rPr lang="en-US"/>
            <a:t>Export corrected BibTeX or print report</a:t>
          </a:r>
        </a:p>
      </dgm:t>
    </dgm:pt>
    <dgm:pt modelId="{AAF420B0-C7AC-4ED1-9B64-01F1EE394806}" type="parTrans" cxnId="{2F369D2B-98C9-4E40-B8AF-13197D42AC6D}">
      <dgm:prSet/>
      <dgm:spPr/>
      <dgm:t>
        <a:bodyPr/>
        <a:lstStyle/>
        <a:p>
          <a:endParaRPr lang="en-US"/>
        </a:p>
      </dgm:t>
    </dgm:pt>
    <dgm:pt modelId="{164297B1-BEC7-40AB-B9CB-1BAA7C6CE3DF}" type="sibTrans" cxnId="{2F369D2B-98C9-4E40-B8AF-13197D42AC6D}">
      <dgm:prSet/>
      <dgm:spPr/>
      <dgm:t>
        <a:bodyPr/>
        <a:lstStyle/>
        <a:p>
          <a:endParaRPr lang="en-US"/>
        </a:p>
      </dgm:t>
    </dgm:pt>
    <dgm:pt modelId="{06087EEF-E509-4F91-A180-916A07D999C1}">
      <dgm:prSet/>
      <dgm:spPr/>
      <dgm:t>
        <a:bodyPr/>
        <a:lstStyle/>
        <a:p>
          <a:r>
            <a:rPr lang="en-US"/>
            <a:t>Select</a:t>
          </a:r>
        </a:p>
      </dgm:t>
    </dgm:pt>
    <dgm:pt modelId="{576B13B7-D7B6-44F8-91C2-6A178E697DA9}" type="parTrans" cxnId="{F4B35938-04B0-4880-9CE1-05576B206DED}">
      <dgm:prSet/>
      <dgm:spPr/>
      <dgm:t>
        <a:bodyPr/>
        <a:lstStyle/>
        <a:p>
          <a:endParaRPr lang="en-US"/>
        </a:p>
      </dgm:t>
    </dgm:pt>
    <dgm:pt modelId="{714B5BF9-2F15-48B0-93FF-6B75E31154B5}" type="sibTrans" cxnId="{F4B35938-04B0-4880-9CE1-05576B206DED}">
      <dgm:prSet/>
      <dgm:spPr/>
      <dgm:t>
        <a:bodyPr/>
        <a:lstStyle/>
        <a:p>
          <a:endParaRPr lang="en-US"/>
        </a:p>
      </dgm:t>
    </dgm:pt>
    <dgm:pt modelId="{2C898155-F820-4332-AE79-05DF9571BE18}">
      <dgm:prSet/>
      <dgm:spPr/>
      <dgm:t>
        <a:bodyPr/>
        <a:lstStyle/>
        <a:p>
          <a:r>
            <a:rPr lang="en-US"/>
            <a:t>For batch: select multiple files → Run Batch</a:t>
          </a:r>
        </a:p>
      </dgm:t>
    </dgm:pt>
    <dgm:pt modelId="{37CDC940-1C1A-4188-A8C7-8D96125815E4}" type="parTrans" cxnId="{9D385602-551F-42F8-95DD-A2842B6F8286}">
      <dgm:prSet/>
      <dgm:spPr/>
      <dgm:t>
        <a:bodyPr/>
        <a:lstStyle/>
        <a:p>
          <a:endParaRPr lang="en-US"/>
        </a:p>
      </dgm:t>
    </dgm:pt>
    <dgm:pt modelId="{A6914CB2-11AE-4665-846C-9FA824ADB9B2}" type="sibTrans" cxnId="{9D385602-551F-42F8-95DD-A2842B6F8286}">
      <dgm:prSet/>
      <dgm:spPr/>
      <dgm:t>
        <a:bodyPr/>
        <a:lstStyle/>
        <a:p>
          <a:endParaRPr lang="en-US"/>
        </a:p>
      </dgm:t>
    </dgm:pt>
    <dgm:pt modelId="{8677091D-7211-4ADD-8815-402B0F8DC5A2}" type="pres">
      <dgm:prSet presAssocID="{3AF2CE2C-C151-4BC9-B7D3-1ED3346073F0}" presName="Name0" presStyleCnt="0">
        <dgm:presLayoutVars>
          <dgm:dir/>
          <dgm:animLvl val="lvl"/>
          <dgm:resizeHandles val="exact"/>
        </dgm:presLayoutVars>
      </dgm:prSet>
      <dgm:spPr/>
    </dgm:pt>
    <dgm:pt modelId="{C8805546-4AA9-48B9-AB43-E58257A28E3A}" type="pres">
      <dgm:prSet presAssocID="{9E0AEC01-57F5-4771-A7B2-6511EC85EAC3}" presName="linNode" presStyleCnt="0"/>
      <dgm:spPr/>
    </dgm:pt>
    <dgm:pt modelId="{F64186C5-3139-4B00-9FDA-0EBE3495D639}" type="pres">
      <dgm:prSet presAssocID="{9E0AEC01-57F5-4771-A7B2-6511EC85EAC3}" presName="parentText" presStyleLbl="solidFgAcc1" presStyleIdx="0" presStyleCnt="8">
        <dgm:presLayoutVars>
          <dgm:chMax val="1"/>
          <dgm:bulletEnabled/>
        </dgm:presLayoutVars>
      </dgm:prSet>
      <dgm:spPr/>
    </dgm:pt>
    <dgm:pt modelId="{064BBFF8-B21B-49F4-B788-254EF2F1AA37}" type="pres">
      <dgm:prSet presAssocID="{9E0AEC01-57F5-4771-A7B2-6511EC85EAC3}" presName="descendantText" presStyleLbl="alignNode1" presStyleIdx="0" presStyleCnt="8">
        <dgm:presLayoutVars>
          <dgm:bulletEnabled/>
        </dgm:presLayoutVars>
      </dgm:prSet>
      <dgm:spPr/>
    </dgm:pt>
    <dgm:pt modelId="{3DDEBA63-DD90-4A92-B0CC-9571694FCE42}" type="pres">
      <dgm:prSet presAssocID="{6CB742EE-6DC6-42A1-80AF-2CCE8DF3DE13}" presName="sp" presStyleCnt="0"/>
      <dgm:spPr/>
    </dgm:pt>
    <dgm:pt modelId="{1D3C54B9-2CD6-48F5-9803-25E2394CAE9D}" type="pres">
      <dgm:prSet presAssocID="{98F79934-3A4E-4314-981E-8CEF4E81328C}" presName="linNode" presStyleCnt="0"/>
      <dgm:spPr/>
    </dgm:pt>
    <dgm:pt modelId="{EFAF8107-6B7B-4FFD-A7A1-0DE4CC1853EA}" type="pres">
      <dgm:prSet presAssocID="{98F79934-3A4E-4314-981E-8CEF4E81328C}" presName="parentText" presStyleLbl="solidFgAcc1" presStyleIdx="1" presStyleCnt="8">
        <dgm:presLayoutVars>
          <dgm:chMax val="1"/>
          <dgm:bulletEnabled/>
        </dgm:presLayoutVars>
      </dgm:prSet>
      <dgm:spPr/>
    </dgm:pt>
    <dgm:pt modelId="{F83B1D29-CF51-40CB-8370-89F6F48B4E23}" type="pres">
      <dgm:prSet presAssocID="{98F79934-3A4E-4314-981E-8CEF4E81328C}" presName="descendantText" presStyleLbl="alignNode1" presStyleIdx="1" presStyleCnt="8">
        <dgm:presLayoutVars>
          <dgm:bulletEnabled/>
        </dgm:presLayoutVars>
      </dgm:prSet>
      <dgm:spPr/>
    </dgm:pt>
    <dgm:pt modelId="{CF9346BD-DBA0-495D-B0F4-34C4F39A94B5}" type="pres">
      <dgm:prSet presAssocID="{E4E30F88-1C0A-460C-B2CA-40FD6A706A27}" presName="sp" presStyleCnt="0"/>
      <dgm:spPr/>
    </dgm:pt>
    <dgm:pt modelId="{F03D976A-8F50-4F57-8F68-1E6519150688}" type="pres">
      <dgm:prSet presAssocID="{B47DC86F-3C23-47DE-9EB7-8F0312DCD906}" presName="linNode" presStyleCnt="0"/>
      <dgm:spPr/>
    </dgm:pt>
    <dgm:pt modelId="{88A58DC8-1E4B-4852-8DE9-1FE6AA5977C4}" type="pres">
      <dgm:prSet presAssocID="{B47DC86F-3C23-47DE-9EB7-8F0312DCD906}" presName="parentText" presStyleLbl="solidFgAcc1" presStyleIdx="2" presStyleCnt="8">
        <dgm:presLayoutVars>
          <dgm:chMax val="1"/>
          <dgm:bulletEnabled/>
        </dgm:presLayoutVars>
      </dgm:prSet>
      <dgm:spPr/>
    </dgm:pt>
    <dgm:pt modelId="{ACD8C7F1-54C5-4411-8FCE-CC797BAE4E9A}" type="pres">
      <dgm:prSet presAssocID="{B47DC86F-3C23-47DE-9EB7-8F0312DCD906}" presName="descendantText" presStyleLbl="alignNode1" presStyleIdx="2" presStyleCnt="8">
        <dgm:presLayoutVars>
          <dgm:bulletEnabled/>
        </dgm:presLayoutVars>
      </dgm:prSet>
      <dgm:spPr/>
    </dgm:pt>
    <dgm:pt modelId="{1356AE5A-5E8A-4858-8B70-7C3EDA5CC1AA}" type="pres">
      <dgm:prSet presAssocID="{EF7D647B-E766-4A42-9B2A-DC317916F31A}" presName="sp" presStyleCnt="0"/>
      <dgm:spPr/>
    </dgm:pt>
    <dgm:pt modelId="{0F2EC77D-D7C6-48CF-BA70-488F05969701}" type="pres">
      <dgm:prSet presAssocID="{21E108B4-5E94-450B-8023-BE472AFD6FF8}" presName="linNode" presStyleCnt="0"/>
      <dgm:spPr/>
    </dgm:pt>
    <dgm:pt modelId="{1FF70FF1-CFE7-46BA-839A-932A20824278}" type="pres">
      <dgm:prSet presAssocID="{21E108B4-5E94-450B-8023-BE472AFD6FF8}" presName="parentText" presStyleLbl="solidFgAcc1" presStyleIdx="3" presStyleCnt="8">
        <dgm:presLayoutVars>
          <dgm:chMax val="1"/>
          <dgm:bulletEnabled/>
        </dgm:presLayoutVars>
      </dgm:prSet>
      <dgm:spPr/>
    </dgm:pt>
    <dgm:pt modelId="{484E20A2-1FD0-4C9A-92EF-5CD118F16FBB}" type="pres">
      <dgm:prSet presAssocID="{21E108B4-5E94-450B-8023-BE472AFD6FF8}" presName="descendantText" presStyleLbl="alignNode1" presStyleIdx="3" presStyleCnt="8">
        <dgm:presLayoutVars>
          <dgm:bulletEnabled/>
        </dgm:presLayoutVars>
      </dgm:prSet>
      <dgm:spPr/>
    </dgm:pt>
    <dgm:pt modelId="{09098D3F-07A5-4176-B17C-6B2A4958CB46}" type="pres">
      <dgm:prSet presAssocID="{4164C98E-9376-47F8-8061-261447FAC62A}" presName="sp" presStyleCnt="0"/>
      <dgm:spPr/>
    </dgm:pt>
    <dgm:pt modelId="{A8470ED6-2961-464C-960B-650364BE99A4}" type="pres">
      <dgm:prSet presAssocID="{7A587DAA-A322-46BD-B84D-A69E75CD1852}" presName="linNode" presStyleCnt="0"/>
      <dgm:spPr/>
    </dgm:pt>
    <dgm:pt modelId="{90670FE3-39D7-4BB0-AADF-5EFDC37C20A5}" type="pres">
      <dgm:prSet presAssocID="{7A587DAA-A322-46BD-B84D-A69E75CD1852}" presName="parentText" presStyleLbl="solidFgAcc1" presStyleIdx="4" presStyleCnt="8">
        <dgm:presLayoutVars>
          <dgm:chMax val="1"/>
          <dgm:bulletEnabled/>
        </dgm:presLayoutVars>
      </dgm:prSet>
      <dgm:spPr/>
    </dgm:pt>
    <dgm:pt modelId="{CAA6201A-EE66-45DD-A728-D53D765E0D00}" type="pres">
      <dgm:prSet presAssocID="{7A587DAA-A322-46BD-B84D-A69E75CD1852}" presName="descendantText" presStyleLbl="alignNode1" presStyleIdx="4" presStyleCnt="8">
        <dgm:presLayoutVars>
          <dgm:bulletEnabled/>
        </dgm:presLayoutVars>
      </dgm:prSet>
      <dgm:spPr/>
    </dgm:pt>
    <dgm:pt modelId="{3D406C82-9AB7-4331-AB18-B174A494E5CE}" type="pres">
      <dgm:prSet presAssocID="{9838E951-67D5-4F9C-AE69-43E523925AC2}" presName="sp" presStyleCnt="0"/>
      <dgm:spPr/>
    </dgm:pt>
    <dgm:pt modelId="{A68DD6EF-9AA4-4B32-BF20-EE433ECBD88C}" type="pres">
      <dgm:prSet presAssocID="{9E273A01-3E70-4600-8893-EA306EE35358}" presName="linNode" presStyleCnt="0"/>
      <dgm:spPr/>
    </dgm:pt>
    <dgm:pt modelId="{096443FB-F351-46BD-BBD4-E85C75319F5D}" type="pres">
      <dgm:prSet presAssocID="{9E273A01-3E70-4600-8893-EA306EE35358}" presName="parentText" presStyleLbl="solidFgAcc1" presStyleIdx="5" presStyleCnt="8">
        <dgm:presLayoutVars>
          <dgm:chMax val="1"/>
          <dgm:bulletEnabled/>
        </dgm:presLayoutVars>
      </dgm:prSet>
      <dgm:spPr/>
    </dgm:pt>
    <dgm:pt modelId="{8321A144-5823-4C47-A55B-F71C5E86DC0A}" type="pres">
      <dgm:prSet presAssocID="{9E273A01-3E70-4600-8893-EA306EE35358}" presName="descendantText" presStyleLbl="alignNode1" presStyleIdx="5" presStyleCnt="8">
        <dgm:presLayoutVars>
          <dgm:bulletEnabled/>
        </dgm:presLayoutVars>
      </dgm:prSet>
      <dgm:spPr/>
    </dgm:pt>
    <dgm:pt modelId="{2550DBCB-E1F4-4E06-B489-C133269E3A3A}" type="pres">
      <dgm:prSet presAssocID="{0442D8C9-1287-4AC1-95AD-0CB8AEBA611D}" presName="sp" presStyleCnt="0"/>
      <dgm:spPr/>
    </dgm:pt>
    <dgm:pt modelId="{5E024B40-00E8-49F4-9595-332C8687EBF6}" type="pres">
      <dgm:prSet presAssocID="{5CC80819-B4D9-44C6-AFA2-A04C078E8FCC}" presName="linNode" presStyleCnt="0"/>
      <dgm:spPr/>
    </dgm:pt>
    <dgm:pt modelId="{EFAA56E0-65B1-45E2-8A2A-24D1567532B5}" type="pres">
      <dgm:prSet presAssocID="{5CC80819-B4D9-44C6-AFA2-A04C078E8FCC}" presName="parentText" presStyleLbl="solidFgAcc1" presStyleIdx="6" presStyleCnt="8">
        <dgm:presLayoutVars>
          <dgm:chMax val="1"/>
          <dgm:bulletEnabled/>
        </dgm:presLayoutVars>
      </dgm:prSet>
      <dgm:spPr/>
    </dgm:pt>
    <dgm:pt modelId="{399AD459-60A2-4F75-B8D8-D771D962EDDA}" type="pres">
      <dgm:prSet presAssocID="{5CC80819-B4D9-44C6-AFA2-A04C078E8FCC}" presName="descendantText" presStyleLbl="alignNode1" presStyleIdx="6" presStyleCnt="8">
        <dgm:presLayoutVars>
          <dgm:bulletEnabled/>
        </dgm:presLayoutVars>
      </dgm:prSet>
      <dgm:spPr/>
    </dgm:pt>
    <dgm:pt modelId="{25A126C0-D4F5-4458-913F-9B4B3017F784}" type="pres">
      <dgm:prSet presAssocID="{56AC64ED-25EF-4F1D-826F-583154E9F293}" presName="sp" presStyleCnt="0"/>
      <dgm:spPr/>
    </dgm:pt>
    <dgm:pt modelId="{1BD0589D-1730-4194-8FFE-654FDCA3EF11}" type="pres">
      <dgm:prSet presAssocID="{06087EEF-E509-4F91-A180-916A07D999C1}" presName="linNode" presStyleCnt="0"/>
      <dgm:spPr/>
    </dgm:pt>
    <dgm:pt modelId="{3EFDD636-EA56-4E4D-A776-AA717FB48B45}" type="pres">
      <dgm:prSet presAssocID="{06087EEF-E509-4F91-A180-916A07D999C1}" presName="parentText" presStyleLbl="solidFgAcc1" presStyleIdx="7" presStyleCnt="8">
        <dgm:presLayoutVars>
          <dgm:chMax val="1"/>
          <dgm:bulletEnabled/>
        </dgm:presLayoutVars>
      </dgm:prSet>
      <dgm:spPr/>
    </dgm:pt>
    <dgm:pt modelId="{6A393B64-F32B-434E-B212-4D16871645F2}" type="pres">
      <dgm:prSet presAssocID="{06087EEF-E509-4F91-A180-916A07D999C1}" presName="descendantText" presStyleLbl="alignNode1" presStyleIdx="7" presStyleCnt="8">
        <dgm:presLayoutVars>
          <dgm:bulletEnabled/>
        </dgm:presLayoutVars>
      </dgm:prSet>
      <dgm:spPr/>
    </dgm:pt>
  </dgm:ptLst>
  <dgm:cxnLst>
    <dgm:cxn modelId="{FE3AB301-5EE9-4FA7-877D-0B9DC8DCFC48}" srcId="{9E273A01-3E70-4600-8893-EA306EE35358}" destId="{00737D02-E052-4D23-8422-58329421D249}" srcOrd="0" destOrd="0" parTransId="{ECBE3230-6F4B-4A05-85E7-6421AA7D5B33}" sibTransId="{E42DFC06-B8C1-4B39-A099-A2A33CAEA77D}"/>
    <dgm:cxn modelId="{9D385602-551F-42F8-95DD-A2842B6F8286}" srcId="{06087EEF-E509-4F91-A180-916A07D999C1}" destId="{2C898155-F820-4332-AE79-05DF9571BE18}" srcOrd="0" destOrd="0" parTransId="{37CDC940-1C1A-4188-A8C7-8D96125815E4}" sibTransId="{A6914CB2-11AE-4665-846C-9FA824ADB9B2}"/>
    <dgm:cxn modelId="{9BE42708-BE3D-414C-86AD-289D4C029480}" srcId="{B47DC86F-3C23-47DE-9EB7-8F0312DCD906}" destId="{E97B95D5-E2AA-42A2-B3CF-B7B31BDD5E76}" srcOrd="0" destOrd="0" parTransId="{71E41D8D-8BC1-4849-A7BE-E4CE88C9CABB}" sibTransId="{E61578ED-1F28-4F1B-BB77-079557CA96AC}"/>
    <dgm:cxn modelId="{76C00E0B-99A2-427F-9998-B721BD89503C}" type="presOf" srcId="{C0E033DC-8D62-488C-B766-B049AE9A19B2}" destId="{399AD459-60A2-4F75-B8D8-D771D962EDDA}" srcOrd="0" destOrd="0" presId="urn:microsoft.com/office/officeart/2016/7/layout/VerticalHollowActionList"/>
    <dgm:cxn modelId="{F998380E-BFAC-4B71-B6CD-9251EF22C0D7}" srcId="{3AF2CE2C-C151-4BC9-B7D3-1ED3346073F0}" destId="{21E108B4-5E94-450B-8023-BE472AFD6FF8}" srcOrd="3" destOrd="0" parTransId="{8F3B6437-087D-4864-BF77-9FFAF067F7FB}" sibTransId="{4164C98E-9376-47F8-8061-261447FAC62A}"/>
    <dgm:cxn modelId="{CA6F4B11-8C04-4E2D-9DBC-A292DD0F7E95}" type="presOf" srcId="{00737D02-E052-4D23-8422-58329421D249}" destId="{8321A144-5823-4C47-A55B-F71C5E86DC0A}" srcOrd="0" destOrd="0" presId="urn:microsoft.com/office/officeart/2016/7/layout/VerticalHollowActionList"/>
    <dgm:cxn modelId="{65C40A12-8DEF-464A-BBE7-3642D024B187}" type="presOf" srcId="{09716C51-2857-494B-955C-B4F0A6303331}" destId="{8321A144-5823-4C47-A55B-F71C5E86DC0A}" srcOrd="0" destOrd="1" presId="urn:microsoft.com/office/officeart/2016/7/layout/VerticalHollowActionList"/>
    <dgm:cxn modelId="{8DD7A516-FF5A-4CE7-BD01-A6EBFD438B8B}" type="presOf" srcId="{B47DC86F-3C23-47DE-9EB7-8F0312DCD906}" destId="{88A58DC8-1E4B-4852-8DE9-1FE6AA5977C4}" srcOrd="0" destOrd="0" presId="urn:microsoft.com/office/officeart/2016/7/layout/VerticalHollowActionList"/>
    <dgm:cxn modelId="{C01DE619-C3CC-43C5-BAB0-F6BADBF4B1E3}" type="presOf" srcId="{2C898155-F820-4332-AE79-05DF9571BE18}" destId="{6A393B64-F32B-434E-B212-4D16871645F2}" srcOrd="0" destOrd="0" presId="urn:microsoft.com/office/officeart/2016/7/layout/VerticalHollowActionList"/>
    <dgm:cxn modelId="{E67B771A-3667-45BC-B916-BE2D6BE433E2}" type="presOf" srcId="{21E108B4-5E94-450B-8023-BE472AFD6FF8}" destId="{1FF70FF1-CFE7-46BA-839A-932A20824278}" srcOrd="0" destOrd="0" presId="urn:microsoft.com/office/officeart/2016/7/layout/VerticalHollowActionList"/>
    <dgm:cxn modelId="{8087D220-F966-44EF-B13E-25ECF67F6C56}" srcId="{98F79934-3A4E-4314-981E-8CEF4E81328C}" destId="{DCB3C5EF-ACCD-40EF-A0B8-E315828CC5F3}" srcOrd="0" destOrd="0" parTransId="{672AC70E-101B-49D0-BE0A-768035990280}" sibTransId="{CFBC43DA-F8B5-4992-B705-84DFA91CF4AE}"/>
    <dgm:cxn modelId="{742C4729-3E12-4344-9E9A-F10352C034EF}" type="presOf" srcId="{4DE4A21C-0BE6-4B0B-8A03-8D56ED2591AC}" destId="{064BBFF8-B21B-49F4-B788-254EF2F1AA37}" srcOrd="0" destOrd="0" presId="urn:microsoft.com/office/officeart/2016/7/layout/VerticalHollowActionList"/>
    <dgm:cxn modelId="{31CD1E2B-13E0-4228-A278-D6EEC8FE661E}" type="presOf" srcId="{3AF2CE2C-C151-4BC9-B7D3-1ED3346073F0}" destId="{8677091D-7211-4ADD-8815-402B0F8DC5A2}" srcOrd="0" destOrd="0" presId="urn:microsoft.com/office/officeart/2016/7/layout/VerticalHollowActionList"/>
    <dgm:cxn modelId="{2F369D2B-98C9-4E40-B8AF-13197D42AC6D}" srcId="{5CC80819-B4D9-44C6-AFA2-A04C078E8FCC}" destId="{C0E033DC-8D62-488C-B766-B049AE9A19B2}" srcOrd="0" destOrd="0" parTransId="{AAF420B0-C7AC-4ED1-9B64-01F1EE394806}" sibTransId="{164297B1-BEC7-40AB-B9CB-1BAA7C6CE3DF}"/>
    <dgm:cxn modelId="{3400FA2B-0D40-4167-81DC-56C7BC0DC5C1}" type="presOf" srcId="{DCB3C5EF-ACCD-40EF-A0B8-E315828CC5F3}" destId="{F83B1D29-CF51-40CB-8370-89F6F48B4E23}" srcOrd="0" destOrd="0" presId="urn:microsoft.com/office/officeart/2016/7/layout/VerticalHollowActionList"/>
    <dgm:cxn modelId="{44580535-0853-4B93-8120-BB6F517CF366}" srcId="{7A587DAA-A322-46BD-B84D-A69E75CD1852}" destId="{EAC2DEF8-8959-4971-9FB0-3CE841C7C050}" srcOrd="0" destOrd="0" parTransId="{2D67B670-BF85-4BF0-8B48-14513AEB44A1}" sibTransId="{8BECF282-BDD2-4018-94BC-1EA6028A5AC2}"/>
    <dgm:cxn modelId="{F4B35938-04B0-4880-9CE1-05576B206DED}" srcId="{3AF2CE2C-C151-4BC9-B7D3-1ED3346073F0}" destId="{06087EEF-E509-4F91-A180-916A07D999C1}" srcOrd="7" destOrd="0" parTransId="{576B13B7-D7B6-44F8-91C2-6A178E697DA9}" sibTransId="{714B5BF9-2F15-48B0-93FF-6B75E31154B5}"/>
    <dgm:cxn modelId="{42603F5D-9C8D-4ED7-ACF5-38AEAEB754B5}" type="presOf" srcId="{9E273A01-3E70-4600-8893-EA306EE35358}" destId="{096443FB-F351-46BD-BBD4-E85C75319F5D}" srcOrd="0" destOrd="0" presId="urn:microsoft.com/office/officeart/2016/7/layout/VerticalHollowActionList"/>
    <dgm:cxn modelId="{ED46A45F-B3E1-4BBB-B31A-DB0DB7166B80}" srcId="{3AF2CE2C-C151-4BC9-B7D3-1ED3346073F0}" destId="{7A587DAA-A322-46BD-B84D-A69E75CD1852}" srcOrd="4" destOrd="0" parTransId="{836F1FE1-DD12-4AA6-AA9B-7C363F2CB0F0}" sibTransId="{9838E951-67D5-4F9C-AE69-43E523925AC2}"/>
    <dgm:cxn modelId="{3474A361-AE8E-43FC-9982-46191460B21B}" type="presOf" srcId="{021A776F-0546-4A59-AC08-CC85A51F3CA0}" destId="{8321A144-5823-4C47-A55B-F71C5E86DC0A}" srcOrd="0" destOrd="2" presId="urn:microsoft.com/office/officeart/2016/7/layout/VerticalHollowActionList"/>
    <dgm:cxn modelId="{7C06B861-96E1-4174-A12E-A39DA37444EC}" srcId="{00737D02-E052-4D23-8422-58329421D249}" destId="{021A776F-0546-4A59-AC08-CC85A51F3CA0}" srcOrd="1" destOrd="0" parTransId="{BED64A68-91CB-40A5-A352-D38D863E92BA}" sibTransId="{F01FAF67-DFB8-4088-AB06-A5186636CCA8}"/>
    <dgm:cxn modelId="{586AEF6D-E5B1-4126-A392-4182605690E3}" srcId="{3AF2CE2C-C151-4BC9-B7D3-1ED3346073F0}" destId="{98F79934-3A4E-4314-981E-8CEF4E81328C}" srcOrd="1" destOrd="0" parTransId="{53DDCAF4-827F-411E-8CB6-06E890AAA9A0}" sibTransId="{E4E30F88-1C0A-460C-B2CA-40FD6A706A27}"/>
    <dgm:cxn modelId="{0839854F-8F03-4012-BE7E-ED55CC932714}" type="presOf" srcId="{05182856-74AE-4F80-B6E6-DF7C3C9629A9}" destId="{484E20A2-1FD0-4C9A-92EF-5CD118F16FBB}" srcOrd="0" destOrd="0" presId="urn:microsoft.com/office/officeart/2016/7/layout/VerticalHollowActionList"/>
    <dgm:cxn modelId="{A1A07F51-2159-416B-BAC0-27C40AFF29B1}" type="presOf" srcId="{5CC80819-B4D9-44C6-AFA2-A04C078E8FCC}" destId="{EFAA56E0-65B1-45E2-8A2A-24D1567532B5}" srcOrd="0" destOrd="0" presId="urn:microsoft.com/office/officeart/2016/7/layout/VerticalHollowActionList"/>
    <dgm:cxn modelId="{4B993783-EC50-48C2-BE6C-694FDD8D78E3}" srcId="{3AF2CE2C-C151-4BC9-B7D3-1ED3346073F0}" destId="{B47DC86F-3C23-47DE-9EB7-8F0312DCD906}" srcOrd="2" destOrd="0" parTransId="{BCE1BEC8-DBC7-4B43-917D-76E3AD1735AB}" sibTransId="{EF7D647B-E766-4A42-9B2A-DC317916F31A}"/>
    <dgm:cxn modelId="{B0AB6385-A97D-4DA0-BBB3-0A58C3AC6214}" srcId="{00737D02-E052-4D23-8422-58329421D249}" destId="{4BE7B3B5-0830-4D8D-A98E-BE2334A40271}" srcOrd="2" destOrd="0" parTransId="{6EE585CA-A828-4B2C-B57D-EBDFD62C4389}" sibTransId="{9D052B1A-AE7D-41E8-AB8E-9415E010928C}"/>
    <dgm:cxn modelId="{CFEE7D8F-6E4A-4EE7-8863-69F6EAB854E6}" srcId="{3AF2CE2C-C151-4BC9-B7D3-1ED3346073F0}" destId="{9E273A01-3E70-4600-8893-EA306EE35358}" srcOrd="5" destOrd="0" parTransId="{F4A8577E-E979-4EB9-9430-96E882FDCBD4}" sibTransId="{0442D8C9-1287-4AC1-95AD-0CB8AEBA611D}"/>
    <dgm:cxn modelId="{364A0093-DC5C-42E3-9FBA-4DEC36ECA6D7}" type="presOf" srcId="{4BE7B3B5-0830-4D8D-A98E-BE2334A40271}" destId="{8321A144-5823-4C47-A55B-F71C5E86DC0A}" srcOrd="0" destOrd="3" presId="urn:microsoft.com/office/officeart/2016/7/layout/VerticalHollowActionList"/>
    <dgm:cxn modelId="{AEFCBA9E-116C-4D34-B01C-1E39220FE815}" type="presOf" srcId="{E97B95D5-E2AA-42A2-B3CF-B7B31BDD5E76}" destId="{ACD8C7F1-54C5-4411-8FCE-CC797BAE4E9A}" srcOrd="0" destOrd="0" presId="urn:microsoft.com/office/officeart/2016/7/layout/VerticalHollowActionList"/>
    <dgm:cxn modelId="{15CC72A3-8619-4982-831B-21803FF00486}" srcId="{00737D02-E052-4D23-8422-58329421D249}" destId="{09716C51-2857-494B-955C-B4F0A6303331}" srcOrd="0" destOrd="0" parTransId="{46235558-0727-4ECF-B89B-DD5525E5A64D}" sibTransId="{628B731B-913C-44EA-B899-234BDA571E0E}"/>
    <dgm:cxn modelId="{35EF6BAC-B385-4DA6-8D73-510F592125F6}" type="presOf" srcId="{7A587DAA-A322-46BD-B84D-A69E75CD1852}" destId="{90670FE3-39D7-4BB0-AADF-5EFDC37C20A5}" srcOrd="0" destOrd="0" presId="urn:microsoft.com/office/officeart/2016/7/layout/VerticalHollowActionList"/>
    <dgm:cxn modelId="{61F7E5AD-DC90-49C5-8A19-ECC9E26AD542}" srcId="{9E0AEC01-57F5-4771-A7B2-6511EC85EAC3}" destId="{4DE4A21C-0BE6-4B0B-8A03-8D56ED2591AC}" srcOrd="0" destOrd="0" parTransId="{F9140AFC-8660-4B76-9C65-3BFE494141CD}" sibTransId="{BBB3C4A9-D5A7-4416-8D4B-C458E9D99AA2}"/>
    <dgm:cxn modelId="{529325AE-9C5D-41F3-A82D-2BF4BE9B79BF}" type="presOf" srcId="{EAC2DEF8-8959-4971-9FB0-3CE841C7C050}" destId="{CAA6201A-EE66-45DD-A728-D53D765E0D00}" srcOrd="0" destOrd="0" presId="urn:microsoft.com/office/officeart/2016/7/layout/VerticalHollowActionList"/>
    <dgm:cxn modelId="{721EE7BA-4E3F-4035-8A4F-B7CF558970D3}" srcId="{3AF2CE2C-C151-4BC9-B7D3-1ED3346073F0}" destId="{5CC80819-B4D9-44C6-AFA2-A04C078E8FCC}" srcOrd="6" destOrd="0" parTransId="{451E067E-8FC3-41C7-AA07-0E2486EA8D7E}" sibTransId="{56AC64ED-25EF-4F1D-826F-583154E9F293}"/>
    <dgm:cxn modelId="{9DFF3EC1-3E20-4205-99BF-A0C15BCD680C}" type="presOf" srcId="{06087EEF-E509-4F91-A180-916A07D999C1}" destId="{3EFDD636-EA56-4E4D-A776-AA717FB48B45}" srcOrd="0" destOrd="0" presId="urn:microsoft.com/office/officeart/2016/7/layout/VerticalHollowActionList"/>
    <dgm:cxn modelId="{A871F9D2-13FD-4540-B519-029E5DD91F1A}" type="presOf" srcId="{9E0AEC01-57F5-4771-A7B2-6511EC85EAC3}" destId="{F64186C5-3139-4B00-9FDA-0EBE3495D639}" srcOrd="0" destOrd="0" presId="urn:microsoft.com/office/officeart/2016/7/layout/VerticalHollowActionList"/>
    <dgm:cxn modelId="{419870E2-FD5F-4256-855B-B7EE5D370B2E}" srcId="{3AF2CE2C-C151-4BC9-B7D3-1ED3346073F0}" destId="{9E0AEC01-57F5-4771-A7B2-6511EC85EAC3}" srcOrd="0" destOrd="0" parTransId="{B96322BB-39C3-4DEA-A50F-1712FDF19127}" sibTransId="{6CB742EE-6DC6-42A1-80AF-2CCE8DF3DE13}"/>
    <dgm:cxn modelId="{E35426E4-3D19-4821-ACDD-A546CA6BDF95}" type="presOf" srcId="{98F79934-3A4E-4314-981E-8CEF4E81328C}" destId="{EFAF8107-6B7B-4FFD-A7A1-0DE4CC1853EA}" srcOrd="0" destOrd="0" presId="urn:microsoft.com/office/officeart/2016/7/layout/VerticalHollowActionList"/>
    <dgm:cxn modelId="{8D1DA8E9-BE44-42B4-899A-13B6F6C5C30B}" srcId="{21E108B4-5E94-450B-8023-BE472AFD6FF8}" destId="{05182856-74AE-4F80-B6E6-DF7C3C9629A9}" srcOrd="0" destOrd="0" parTransId="{7A4742A1-46E4-4F57-96B9-4FE4403C4828}" sibTransId="{5B22A10F-1583-4F4F-864D-C418CC638686}"/>
    <dgm:cxn modelId="{8A0B016F-9139-4690-BE4F-258D8A4D6A25}" type="presParOf" srcId="{8677091D-7211-4ADD-8815-402B0F8DC5A2}" destId="{C8805546-4AA9-48B9-AB43-E58257A28E3A}" srcOrd="0" destOrd="0" presId="urn:microsoft.com/office/officeart/2016/7/layout/VerticalHollowActionList"/>
    <dgm:cxn modelId="{5A39B223-A769-4DAA-86FC-B1DF2A33BE30}" type="presParOf" srcId="{C8805546-4AA9-48B9-AB43-E58257A28E3A}" destId="{F64186C5-3139-4B00-9FDA-0EBE3495D639}" srcOrd="0" destOrd="0" presId="urn:microsoft.com/office/officeart/2016/7/layout/VerticalHollowActionList"/>
    <dgm:cxn modelId="{6AE8CC16-07F2-4AD3-B8F5-FAAB7E309155}" type="presParOf" srcId="{C8805546-4AA9-48B9-AB43-E58257A28E3A}" destId="{064BBFF8-B21B-49F4-B788-254EF2F1AA37}" srcOrd="1" destOrd="0" presId="urn:microsoft.com/office/officeart/2016/7/layout/VerticalHollowActionList"/>
    <dgm:cxn modelId="{5C9A4D97-6673-49ED-9975-95E9846C5D6F}" type="presParOf" srcId="{8677091D-7211-4ADD-8815-402B0F8DC5A2}" destId="{3DDEBA63-DD90-4A92-B0CC-9571694FCE42}" srcOrd="1" destOrd="0" presId="urn:microsoft.com/office/officeart/2016/7/layout/VerticalHollowActionList"/>
    <dgm:cxn modelId="{5F530AF2-72E9-42B5-B95F-4375675D7C4F}" type="presParOf" srcId="{8677091D-7211-4ADD-8815-402B0F8DC5A2}" destId="{1D3C54B9-2CD6-48F5-9803-25E2394CAE9D}" srcOrd="2" destOrd="0" presId="urn:microsoft.com/office/officeart/2016/7/layout/VerticalHollowActionList"/>
    <dgm:cxn modelId="{E32F9FD4-EF98-40EE-997A-8E7F9264DD3D}" type="presParOf" srcId="{1D3C54B9-2CD6-48F5-9803-25E2394CAE9D}" destId="{EFAF8107-6B7B-4FFD-A7A1-0DE4CC1853EA}" srcOrd="0" destOrd="0" presId="urn:microsoft.com/office/officeart/2016/7/layout/VerticalHollowActionList"/>
    <dgm:cxn modelId="{86CAB971-760A-4D97-B0E7-BF9F563A434F}" type="presParOf" srcId="{1D3C54B9-2CD6-48F5-9803-25E2394CAE9D}" destId="{F83B1D29-CF51-40CB-8370-89F6F48B4E23}" srcOrd="1" destOrd="0" presId="urn:microsoft.com/office/officeart/2016/7/layout/VerticalHollowActionList"/>
    <dgm:cxn modelId="{A9064094-7A49-468D-9E9D-C660905D182A}" type="presParOf" srcId="{8677091D-7211-4ADD-8815-402B0F8DC5A2}" destId="{CF9346BD-DBA0-495D-B0F4-34C4F39A94B5}" srcOrd="3" destOrd="0" presId="urn:microsoft.com/office/officeart/2016/7/layout/VerticalHollowActionList"/>
    <dgm:cxn modelId="{83E1B8B9-E118-44FE-84F5-69D9F3B970F1}" type="presParOf" srcId="{8677091D-7211-4ADD-8815-402B0F8DC5A2}" destId="{F03D976A-8F50-4F57-8F68-1E6519150688}" srcOrd="4" destOrd="0" presId="urn:microsoft.com/office/officeart/2016/7/layout/VerticalHollowActionList"/>
    <dgm:cxn modelId="{BC78A04D-5E2D-4F1B-9084-8B0B3FF7BD27}" type="presParOf" srcId="{F03D976A-8F50-4F57-8F68-1E6519150688}" destId="{88A58DC8-1E4B-4852-8DE9-1FE6AA5977C4}" srcOrd="0" destOrd="0" presId="urn:microsoft.com/office/officeart/2016/7/layout/VerticalHollowActionList"/>
    <dgm:cxn modelId="{3B4090B0-AA1B-4E8C-A1EC-BBF779E55379}" type="presParOf" srcId="{F03D976A-8F50-4F57-8F68-1E6519150688}" destId="{ACD8C7F1-54C5-4411-8FCE-CC797BAE4E9A}" srcOrd="1" destOrd="0" presId="urn:microsoft.com/office/officeart/2016/7/layout/VerticalHollowActionList"/>
    <dgm:cxn modelId="{B23CCB96-4674-4D60-978D-7DE61B17134D}" type="presParOf" srcId="{8677091D-7211-4ADD-8815-402B0F8DC5A2}" destId="{1356AE5A-5E8A-4858-8B70-7C3EDA5CC1AA}" srcOrd="5" destOrd="0" presId="urn:microsoft.com/office/officeart/2016/7/layout/VerticalHollowActionList"/>
    <dgm:cxn modelId="{2FF0E4B4-E45B-4A93-9B57-B02B6639FB83}" type="presParOf" srcId="{8677091D-7211-4ADD-8815-402B0F8DC5A2}" destId="{0F2EC77D-D7C6-48CF-BA70-488F05969701}" srcOrd="6" destOrd="0" presId="urn:microsoft.com/office/officeart/2016/7/layout/VerticalHollowActionList"/>
    <dgm:cxn modelId="{EB4C3DED-98F0-46E0-9F8C-6D19A0708D66}" type="presParOf" srcId="{0F2EC77D-D7C6-48CF-BA70-488F05969701}" destId="{1FF70FF1-CFE7-46BA-839A-932A20824278}" srcOrd="0" destOrd="0" presId="urn:microsoft.com/office/officeart/2016/7/layout/VerticalHollowActionList"/>
    <dgm:cxn modelId="{25097400-4EE5-489C-9EFD-9C6E4BE58A5E}" type="presParOf" srcId="{0F2EC77D-D7C6-48CF-BA70-488F05969701}" destId="{484E20A2-1FD0-4C9A-92EF-5CD118F16FBB}" srcOrd="1" destOrd="0" presId="urn:microsoft.com/office/officeart/2016/7/layout/VerticalHollowActionList"/>
    <dgm:cxn modelId="{EB781ABE-89A9-413F-BD1B-F723C7074EC1}" type="presParOf" srcId="{8677091D-7211-4ADD-8815-402B0F8DC5A2}" destId="{09098D3F-07A5-4176-B17C-6B2A4958CB46}" srcOrd="7" destOrd="0" presId="urn:microsoft.com/office/officeart/2016/7/layout/VerticalHollowActionList"/>
    <dgm:cxn modelId="{BCF24BD3-5C0B-4B07-B013-1A06C3BC0951}" type="presParOf" srcId="{8677091D-7211-4ADD-8815-402B0F8DC5A2}" destId="{A8470ED6-2961-464C-960B-650364BE99A4}" srcOrd="8" destOrd="0" presId="urn:microsoft.com/office/officeart/2016/7/layout/VerticalHollowActionList"/>
    <dgm:cxn modelId="{EBBB30C2-DC3B-4BC8-A4DE-EBBF9C869CC7}" type="presParOf" srcId="{A8470ED6-2961-464C-960B-650364BE99A4}" destId="{90670FE3-39D7-4BB0-AADF-5EFDC37C20A5}" srcOrd="0" destOrd="0" presId="urn:microsoft.com/office/officeart/2016/7/layout/VerticalHollowActionList"/>
    <dgm:cxn modelId="{6C7056FD-593D-47F1-98F6-BAD6CBDF2B7E}" type="presParOf" srcId="{A8470ED6-2961-464C-960B-650364BE99A4}" destId="{CAA6201A-EE66-45DD-A728-D53D765E0D00}" srcOrd="1" destOrd="0" presId="urn:microsoft.com/office/officeart/2016/7/layout/VerticalHollowActionList"/>
    <dgm:cxn modelId="{47AC6043-C5C1-4964-A9E9-E863B57E0761}" type="presParOf" srcId="{8677091D-7211-4ADD-8815-402B0F8DC5A2}" destId="{3D406C82-9AB7-4331-AB18-B174A494E5CE}" srcOrd="9" destOrd="0" presId="urn:microsoft.com/office/officeart/2016/7/layout/VerticalHollowActionList"/>
    <dgm:cxn modelId="{0BCB5202-AA01-4A82-AC31-6A0FE8854249}" type="presParOf" srcId="{8677091D-7211-4ADD-8815-402B0F8DC5A2}" destId="{A68DD6EF-9AA4-4B32-BF20-EE433ECBD88C}" srcOrd="10" destOrd="0" presId="urn:microsoft.com/office/officeart/2016/7/layout/VerticalHollowActionList"/>
    <dgm:cxn modelId="{2D3D20D0-F727-4E03-8824-C27241D635FC}" type="presParOf" srcId="{A68DD6EF-9AA4-4B32-BF20-EE433ECBD88C}" destId="{096443FB-F351-46BD-BBD4-E85C75319F5D}" srcOrd="0" destOrd="0" presId="urn:microsoft.com/office/officeart/2016/7/layout/VerticalHollowActionList"/>
    <dgm:cxn modelId="{99093AE0-1AC1-4F45-B4AD-215606C83BCF}" type="presParOf" srcId="{A68DD6EF-9AA4-4B32-BF20-EE433ECBD88C}" destId="{8321A144-5823-4C47-A55B-F71C5E86DC0A}" srcOrd="1" destOrd="0" presId="urn:microsoft.com/office/officeart/2016/7/layout/VerticalHollowActionList"/>
    <dgm:cxn modelId="{8FD4076A-C03F-4B45-A5EE-7782ACCAC327}" type="presParOf" srcId="{8677091D-7211-4ADD-8815-402B0F8DC5A2}" destId="{2550DBCB-E1F4-4E06-B489-C133269E3A3A}" srcOrd="11" destOrd="0" presId="urn:microsoft.com/office/officeart/2016/7/layout/VerticalHollowActionList"/>
    <dgm:cxn modelId="{951C8783-4902-4108-8B45-8F263E6D6898}" type="presParOf" srcId="{8677091D-7211-4ADD-8815-402B0F8DC5A2}" destId="{5E024B40-00E8-49F4-9595-332C8687EBF6}" srcOrd="12" destOrd="0" presId="urn:microsoft.com/office/officeart/2016/7/layout/VerticalHollowActionList"/>
    <dgm:cxn modelId="{A5974A0F-7121-4B29-A268-93452148CB6A}" type="presParOf" srcId="{5E024B40-00E8-49F4-9595-332C8687EBF6}" destId="{EFAA56E0-65B1-45E2-8A2A-24D1567532B5}" srcOrd="0" destOrd="0" presId="urn:microsoft.com/office/officeart/2016/7/layout/VerticalHollowActionList"/>
    <dgm:cxn modelId="{FC0196D5-128B-42A0-888D-7D0A8AA39920}" type="presParOf" srcId="{5E024B40-00E8-49F4-9595-332C8687EBF6}" destId="{399AD459-60A2-4F75-B8D8-D771D962EDDA}" srcOrd="1" destOrd="0" presId="urn:microsoft.com/office/officeart/2016/7/layout/VerticalHollowActionList"/>
    <dgm:cxn modelId="{BC75A46A-3FCD-445B-8571-152996E83DEF}" type="presParOf" srcId="{8677091D-7211-4ADD-8815-402B0F8DC5A2}" destId="{25A126C0-D4F5-4458-913F-9B4B3017F784}" srcOrd="13" destOrd="0" presId="urn:microsoft.com/office/officeart/2016/7/layout/VerticalHollowActionList"/>
    <dgm:cxn modelId="{45DD0941-97E2-4899-8052-C296FE19C662}" type="presParOf" srcId="{8677091D-7211-4ADD-8815-402B0F8DC5A2}" destId="{1BD0589D-1730-4194-8FFE-654FDCA3EF11}" srcOrd="14" destOrd="0" presId="urn:microsoft.com/office/officeart/2016/7/layout/VerticalHollowActionList"/>
    <dgm:cxn modelId="{002DFC7C-0FE5-401C-A0BC-33438370E8C2}" type="presParOf" srcId="{1BD0589D-1730-4194-8FFE-654FDCA3EF11}" destId="{3EFDD636-EA56-4E4D-A776-AA717FB48B45}" srcOrd="0" destOrd="0" presId="urn:microsoft.com/office/officeart/2016/7/layout/VerticalHollowActionList"/>
    <dgm:cxn modelId="{4AAC2432-D3C5-45AE-B9B1-D96E3E3B5AB9}" type="presParOf" srcId="{1BD0589D-1730-4194-8FFE-654FDCA3EF11}" destId="{6A393B64-F32B-434E-B212-4D16871645F2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6A38AF-8F17-4D33-BE35-7CF9D7D98F1D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090F18D-E409-4F38-BF79-7247184878ED}">
      <dgm:prSet/>
      <dgm:spPr/>
      <dgm:t>
        <a:bodyPr/>
        <a:lstStyle/>
        <a:p>
          <a:r>
            <a:rPr lang="en-IN" b="1"/>
            <a:t>Backend:</a:t>
          </a:r>
          <a:r>
            <a:rPr lang="en-IN"/>
            <a:t> Flask (Python 3.10+)</a:t>
          </a:r>
          <a:endParaRPr lang="en-US"/>
        </a:p>
      </dgm:t>
    </dgm:pt>
    <dgm:pt modelId="{9E5A21AC-D72D-4332-937A-4D81969D708F}" type="parTrans" cxnId="{E7B421E0-C747-4A1B-8540-37BD8D062025}">
      <dgm:prSet/>
      <dgm:spPr/>
      <dgm:t>
        <a:bodyPr/>
        <a:lstStyle/>
        <a:p>
          <a:endParaRPr lang="en-US"/>
        </a:p>
      </dgm:t>
    </dgm:pt>
    <dgm:pt modelId="{648EA0A2-F98F-43B7-96CB-6CD977E8FEEB}" type="sibTrans" cxnId="{E7B421E0-C747-4A1B-8540-37BD8D062025}">
      <dgm:prSet/>
      <dgm:spPr/>
      <dgm:t>
        <a:bodyPr/>
        <a:lstStyle/>
        <a:p>
          <a:endParaRPr lang="en-US"/>
        </a:p>
      </dgm:t>
    </dgm:pt>
    <dgm:pt modelId="{797EF175-54C7-46C0-BF5A-35F56423C26F}">
      <dgm:prSet/>
      <dgm:spPr/>
      <dgm:t>
        <a:bodyPr/>
        <a:lstStyle/>
        <a:p>
          <a:r>
            <a:rPr lang="en-IN" b="1"/>
            <a:t>Frontend:</a:t>
          </a:r>
          <a:r>
            <a:rPr lang="en-IN"/>
            <a:t> HTML5/CSS3/JavaScript (vanilla)</a:t>
          </a:r>
          <a:endParaRPr lang="en-US"/>
        </a:p>
      </dgm:t>
    </dgm:pt>
    <dgm:pt modelId="{3B963CE9-4828-47C9-B352-4DFB1E041766}" type="parTrans" cxnId="{64D14187-BFE7-4198-8D98-320526DF679A}">
      <dgm:prSet/>
      <dgm:spPr/>
      <dgm:t>
        <a:bodyPr/>
        <a:lstStyle/>
        <a:p>
          <a:endParaRPr lang="en-US"/>
        </a:p>
      </dgm:t>
    </dgm:pt>
    <dgm:pt modelId="{D2D80EEE-52FB-403F-BD56-F63B7CFBAB5C}" type="sibTrans" cxnId="{64D14187-BFE7-4198-8D98-320526DF679A}">
      <dgm:prSet/>
      <dgm:spPr/>
      <dgm:t>
        <a:bodyPr/>
        <a:lstStyle/>
        <a:p>
          <a:endParaRPr lang="en-US"/>
        </a:p>
      </dgm:t>
    </dgm:pt>
    <dgm:pt modelId="{D7A4E33C-E62A-45F3-A36C-F0F621635279}">
      <dgm:prSet/>
      <dgm:spPr/>
      <dgm:t>
        <a:bodyPr/>
        <a:lstStyle/>
        <a:p>
          <a:r>
            <a:rPr lang="en-IN" b="1"/>
            <a:t>Document extraction:</a:t>
          </a:r>
          <a:r>
            <a:rPr lang="en-IN"/>
            <a:t> pdfplumber, pypdf, python‑docx</a:t>
          </a:r>
          <a:endParaRPr lang="en-US"/>
        </a:p>
      </dgm:t>
    </dgm:pt>
    <dgm:pt modelId="{A410BA6D-210B-4486-A1CE-CD8EE61F7065}" type="parTrans" cxnId="{CE19D4D8-BBE6-47CB-A82E-F2F923E28B8F}">
      <dgm:prSet/>
      <dgm:spPr/>
      <dgm:t>
        <a:bodyPr/>
        <a:lstStyle/>
        <a:p>
          <a:endParaRPr lang="en-US"/>
        </a:p>
      </dgm:t>
    </dgm:pt>
    <dgm:pt modelId="{DFFCC9F5-3FF1-4E27-A0EB-63D1FCDA99D8}" type="sibTrans" cxnId="{CE19D4D8-BBE6-47CB-A82E-F2F923E28B8F}">
      <dgm:prSet/>
      <dgm:spPr/>
      <dgm:t>
        <a:bodyPr/>
        <a:lstStyle/>
        <a:p>
          <a:endParaRPr lang="en-US"/>
        </a:p>
      </dgm:t>
    </dgm:pt>
    <dgm:pt modelId="{49647350-64DD-4389-94EE-3EF2840CB54E}">
      <dgm:prSet/>
      <dgm:spPr/>
      <dgm:t>
        <a:bodyPr/>
        <a:lstStyle/>
        <a:p>
          <a:r>
            <a:rPr lang="en-IN" b="1"/>
            <a:t>APIs (all free):</a:t>
          </a:r>
          <a:r>
            <a:rPr lang="en-IN"/>
            <a:t> CrossRef, Semantic Scholar, OpenAlex, DBLP, ACL, IEEE, CORE, Springer, Unpaywall</a:t>
          </a:r>
          <a:endParaRPr lang="en-US"/>
        </a:p>
      </dgm:t>
    </dgm:pt>
    <dgm:pt modelId="{A854C3B1-D7FB-40B7-BB4C-E441A05B336F}" type="parTrans" cxnId="{DDA32408-215D-419B-855F-2B8F3B0195C1}">
      <dgm:prSet/>
      <dgm:spPr/>
      <dgm:t>
        <a:bodyPr/>
        <a:lstStyle/>
        <a:p>
          <a:endParaRPr lang="en-US"/>
        </a:p>
      </dgm:t>
    </dgm:pt>
    <dgm:pt modelId="{761D3A18-08D9-4AF8-ABB1-C9BB51B11396}" type="sibTrans" cxnId="{DDA32408-215D-419B-855F-2B8F3B0195C1}">
      <dgm:prSet/>
      <dgm:spPr/>
      <dgm:t>
        <a:bodyPr/>
        <a:lstStyle/>
        <a:p>
          <a:endParaRPr lang="en-US"/>
        </a:p>
      </dgm:t>
    </dgm:pt>
    <dgm:pt modelId="{5589D343-4FD2-450A-8048-81B3D6BEEB0C}">
      <dgm:prSet/>
      <dgm:spPr/>
      <dgm:t>
        <a:bodyPr/>
        <a:lstStyle/>
        <a:p>
          <a:r>
            <a:rPr lang="en-IN" b="1"/>
            <a:t>AI:</a:t>
          </a:r>
          <a:r>
            <a:rPr lang="en-IN"/>
            <a:t> Groq (LLaMA 3.3 70B) + Gemini 1.5 Flash fallback</a:t>
          </a:r>
          <a:endParaRPr lang="en-US"/>
        </a:p>
      </dgm:t>
    </dgm:pt>
    <dgm:pt modelId="{2022DCDB-25F2-48A2-9C63-B09BC9744AD0}" type="parTrans" cxnId="{7545DCE9-9685-4468-AF53-8728B2BB96B4}">
      <dgm:prSet/>
      <dgm:spPr/>
      <dgm:t>
        <a:bodyPr/>
        <a:lstStyle/>
        <a:p>
          <a:endParaRPr lang="en-US"/>
        </a:p>
      </dgm:t>
    </dgm:pt>
    <dgm:pt modelId="{5089934F-1D83-4B70-A687-E21EEA0BFD10}" type="sibTrans" cxnId="{7545DCE9-9685-4468-AF53-8728B2BB96B4}">
      <dgm:prSet/>
      <dgm:spPr/>
      <dgm:t>
        <a:bodyPr/>
        <a:lstStyle/>
        <a:p>
          <a:endParaRPr lang="en-US"/>
        </a:p>
      </dgm:t>
    </dgm:pt>
    <dgm:pt modelId="{6B8C935A-1BC5-4F3E-85DB-2C77D0CCB082}">
      <dgm:prSet/>
      <dgm:spPr/>
      <dgm:t>
        <a:bodyPr/>
        <a:lstStyle/>
        <a:p>
          <a:r>
            <a:rPr lang="en-IN" b="1"/>
            <a:t>Web search:</a:t>
          </a:r>
          <a:r>
            <a:rPr lang="en-IN"/>
            <a:t> DuckDuckGo (ddgs)</a:t>
          </a:r>
          <a:endParaRPr lang="en-US"/>
        </a:p>
      </dgm:t>
    </dgm:pt>
    <dgm:pt modelId="{D4C808FC-269E-4983-B582-B6F3B7E89713}" type="parTrans" cxnId="{91E063E6-6652-468D-A65F-1728AC6E8A7A}">
      <dgm:prSet/>
      <dgm:spPr/>
      <dgm:t>
        <a:bodyPr/>
        <a:lstStyle/>
        <a:p>
          <a:endParaRPr lang="en-US"/>
        </a:p>
      </dgm:t>
    </dgm:pt>
    <dgm:pt modelId="{392C9865-8135-4DC7-8664-3616B9E969F9}" type="sibTrans" cxnId="{91E063E6-6652-468D-A65F-1728AC6E8A7A}">
      <dgm:prSet/>
      <dgm:spPr/>
      <dgm:t>
        <a:bodyPr/>
        <a:lstStyle/>
        <a:p>
          <a:endParaRPr lang="en-US"/>
        </a:p>
      </dgm:t>
    </dgm:pt>
    <dgm:pt modelId="{E9911729-288C-4FB2-84DF-371AFC7367C5}">
      <dgm:prSet/>
      <dgm:spPr/>
      <dgm:t>
        <a:bodyPr/>
        <a:lstStyle/>
        <a:p>
          <a:r>
            <a:rPr lang="en-IN" b="1"/>
            <a:t>Caching:</a:t>
          </a:r>
          <a:r>
            <a:rPr lang="en-IN"/>
            <a:t> SQLite + disk cache</a:t>
          </a:r>
          <a:endParaRPr lang="en-US"/>
        </a:p>
      </dgm:t>
    </dgm:pt>
    <dgm:pt modelId="{B9BE2301-AB26-44C8-9024-F989411295AF}" type="parTrans" cxnId="{42AACC21-E84F-4229-B8A5-93C0AAF7ECA9}">
      <dgm:prSet/>
      <dgm:spPr/>
      <dgm:t>
        <a:bodyPr/>
        <a:lstStyle/>
        <a:p>
          <a:endParaRPr lang="en-US"/>
        </a:p>
      </dgm:t>
    </dgm:pt>
    <dgm:pt modelId="{D8FF1086-7F1F-4460-913E-E6C84D0FF96D}" type="sibTrans" cxnId="{42AACC21-E84F-4229-B8A5-93C0AAF7ECA9}">
      <dgm:prSet/>
      <dgm:spPr/>
      <dgm:t>
        <a:bodyPr/>
        <a:lstStyle/>
        <a:p>
          <a:endParaRPr lang="en-US"/>
        </a:p>
      </dgm:t>
    </dgm:pt>
    <dgm:pt modelId="{7CD41A66-CD3E-4C86-B38B-57603AB3D22B}">
      <dgm:prSet/>
      <dgm:spPr/>
      <dgm:t>
        <a:bodyPr/>
        <a:lstStyle/>
        <a:p>
          <a:r>
            <a:rPr lang="en-IN" b="1"/>
            <a:t>Testing:</a:t>
          </a:r>
          <a:r>
            <a:rPr lang="en-IN"/>
            <a:t> pytest, reportlab (fixtures)</a:t>
          </a:r>
          <a:endParaRPr lang="en-US"/>
        </a:p>
      </dgm:t>
    </dgm:pt>
    <dgm:pt modelId="{7BA124D7-2D65-4641-B1A8-A9E425BEB573}" type="parTrans" cxnId="{389954D2-8987-43EA-A0C2-91F0AD60EB42}">
      <dgm:prSet/>
      <dgm:spPr/>
      <dgm:t>
        <a:bodyPr/>
        <a:lstStyle/>
        <a:p>
          <a:endParaRPr lang="en-US"/>
        </a:p>
      </dgm:t>
    </dgm:pt>
    <dgm:pt modelId="{48BFC2E2-EF76-4C06-939D-0F60ABD289F0}" type="sibTrans" cxnId="{389954D2-8987-43EA-A0C2-91F0AD60EB42}">
      <dgm:prSet/>
      <dgm:spPr/>
      <dgm:t>
        <a:bodyPr/>
        <a:lstStyle/>
        <a:p>
          <a:endParaRPr lang="en-US"/>
        </a:p>
      </dgm:t>
    </dgm:pt>
    <dgm:pt modelId="{9C547598-9041-4621-B3FE-04AFB4A8EC87}">
      <dgm:prSet/>
      <dgm:spPr/>
      <dgm:t>
        <a:bodyPr/>
        <a:lstStyle/>
        <a:p>
          <a:r>
            <a:rPr lang="en-IN" b="1"/>
            <a:t>Deployment:</a:t>
          </a:r>
          <a:r>
            <a:rPr lang="en-IN"/>
            <a:t> Gunicorn, environment variables</a:t>
          </a:r>
          <a:endParaRPr lang="en-US"/>
        </a:p>
      </dgm:t>
    </dgm:pt>
    <dgm:pt modelId="{47E9C725-F2CD-4D10-B028-B890E6F0846D}" type="parTrans" cxnId="{CAED07D9-14D7-428B-A370-636202FD330D}">
      <dgm:prSet/>
      <dgm:spPr/>
      <dgm:t>
        <a:bodyPr/>
        <a:lstStyle/>
        <a:p>
          <a:endParaRPr lang="en-US"/>
        </a:p>
      </dgm:t>
    </dgm:pt>
    <dgm:pt modelId="{EF214AE2-B898-4F02-8697-B478A0A87F30}" type="sibTrans" cxnId="{CAED07D9-14D7-428B-A370-636202FD330D}">
      <dgm:prSet/>
      <dgm:spPr/>
      <dgm:t>
        <a:bodyPr/>
        <a:lstStyle/>
        <a:p>
          <a:endParaRPr lang="en-US"/>
        </a:p>
      </dgm:t>
    </dgm:pt>
    <dgm:pt modelId="{0EBAD99F-258A-4304-827D-0C6E4ED84693}" type="pres">
      <dgm:prSet presAssocID="{DE6A38AF-8F17-4D33-BE35-7CF9D7D98F1D}" presName="vert0" presStyleCnt="0">
        <dgm:presLayoutVars>
          <dgm:dir/>
          <dgm:animOne val="branch"/>
          <dgm:animLvl val="lvl"/>
        </dgm:presLayoutVars>
      </dgm:prSet>
      <dgm:spPr/>
    </dgm:pt>
    <dgm:pt modelId="{065BA26B-7276-41CA-94CC-CB3E5EB92693}" type="pres">
      <dgm:prSet presAssocID="{3090F18D-E409-4F38-BF79-7247184878ED}" presName="thickLine" presStyleLbl="alignNode1" presStyleIdx="0" presStyleCnt="9"/>
      <dgm:spPr/>
    </dgm:pt>
    <dgm:pt modelId="{7464838A-9FA0-4CC9-9B23-F250E2FC8906}" type="pres">
      <dgm:prSet presAssocID="{3090F18D-E409-4F38-BF79-7247184878ED}" presName="horz1" presStyleCnt="0"/>
      <dgm:spPr/>
    </dgm:pt>
    <dgm:pt modelId="{D47B71DE-6AC5-4675-9DC6-B2630673D819}" type="pres">
      <dgm:prSet presAssocID="{3090F18D-E409-4F38-BF79-7247184878ED}" presName="tx1" presStyleLbl="revTx" presStyleIdx="0" presStyleCnt="9"/>
      <dgm:spPr/>
    </dgm:pt>
    <dgm:pt modelId="{9EC69748-392C-4731-9A58-FCA480BB21AD}" type="pres">
      <dgm:prSet presAssocID="{3090F18D-E409-4F38-BF79-7247184878ED}" presName="vert1" presStyleCnt="0"/>
      <dgm:spPr/>
    </dgm:pt>
    <dgm:pt modelId="{D56B6122-3F87-4540-B564-67BD197FEF4C}" type="pres">
      <dgm:prSet presAssocID="{797EF175-54C7-46C0-BF5A-35F56423C26F}" presName="thickLine" presStyleLbl="alignNode1" presStyleIdx="1" presStyleCnt="9"/>
      <dgm:spPr/>
    </dgm:pt>
    <dgm:pt modelId="{D89CD039-67C4-4B4E-9D30-F4F1F419D0FA}" type="pres">
      <dgm:prSet presAssocID="{797EF175-54C7-46C0-BF5A-35F56423C26F}" presName="horz1" presStyleCnt="0"/>
      <dgm:spPr/>
    </dgm:pt>
    <dgm:pt modelId="{5CFC1042-DC62-45D0-885E-49BB2A20F9F0}" type="pres">
      <dgm:prSet presAssocID="{797EF175-54C7-46C0-BF5A-35F56423C26F}" presName="tx1" presStyleLbl="revTx" presStyleIdx="1" presStyleCnt="9"/>
      <dgm:spPr/>
    </dgm:pt>
    <dgm:pt modelId="{0C44A646-C321-4320-BD7E-3342A6A8F5A3}" type="pres">
      <dgm:prSet presAssocID="{797EF175-54C7-46C0-BF5A-35F56423C26F}" presName="vert1" presStyleCnt="0"/>
      <dgm:spPr/>
    </dgm:pt>
    <dgm:pt modelId="{ED752914-AD22-443E-8952-5C04D7691139}" type="pres">
      <dgm:prSet presAssocID="{D7A4E33C-E62A-45F3-A36C-F0F621635279}" presName="thickLine" presStyleLbl="alignNode1" presStyleIdx="2" presStyleCnt="9"/>
      <dgm:spPr/>
    </dgm:pt>
    <dgm:pt modelId="{40F637F1-6D73-42C4-AC93-64CE77204A6A}" type="pres">
      <dgm:prSet presAssocID="{D7A4E33C-E62A-45F3-A36C-F0F621635279}" presName="horz1" presStyleCnt="0"/>
      <dgm:spPr/>
    </dgm:pt>
    <dgm:pt modelId="{76D9B61D-F30C-4512-93F0-5D12370B8BAB}" type="pres">
      <dgm:prSet presAssocID="{D7A4E33C-E62A-45F3-A36C-F0F621635279}" presName="tx1" presStyleLbl="revTx" presStyleIdx="2" presStyleCnt="9"/>
      <dgm:spPr/>
    </dgm:pt>
    <dgm:pt modelId="{063D71EF-6414-49A0-8534-29A3D73513A8}" type="pres">
      <dgm:prSet presAssocID="{D7A4E33C-E62A-45F3-A36C-F0F621635279}" presName="vert1" presStyleCnt="0"/>
      <dgm:spPr/>
    </dgm:pt>
    <dgm:pt modelId="{6AB0D9E5-8A3D-4E7F-B0D0-958FB44943DA}" type="pres">
      <dgm:prSet presAssocID="{49647350-64DD-4389-94EE-3EF2840CB54E}" presName="thickLine" presStyleLbl="alignNode1" presStyleIdx="3" presStyleCnt="9"/>
      <dgm:spPr/>
    </dgm:pt>
    <dgm:pt modelId="{F18C9295-A1A8-4005-9B46-5441BC8577C6}" type="pres">
      <dgm:prSet presAssocID="{49647350-64DD-4389-94EE-3EF2840CB54E}" presName="horz1" presStyleCnt="0"/>
      <dgm:spPr/>
    </dgm:pt>
    <dgm:pt modelId="{1B727378-0406-4EE7-A57A-F9B992384C14}" type="pres">
      <dgm:prSet presAssocID="{49647350-64DD-4389-94EE-3EF2840CB54E}" presName="tx1" presStyleLbl="revTx" presStyleIdx="3" presStyleCnt="9"/>
      <dgm:spPr/>
    </dgm:pt>
    <dgm:pt modelId="{A10C6935-1777-437C-A81A-C44B3712A818}" type="pres">
      <dgm:prSet presAssocID="{49647350-64DD-4389-94EE-3EF2840CB54E}" presName="vert1" presStyleCnt="0"/>
      <dgm:spPr/>
    </dgm:pt>
    <dgm:pt modelId="{49D513C5-6DCD-42D1-9CC2-924D88D0CF9E}" type="pres">
      <dgm:prSet presAssocID="{5589D343-4FD2-450A-8048-81B3D6BEEB0C}" presName="thickLine" presStyleLbl="alignNode1" presStyleIdx="4" presStyleCnt="9"/>
      <dgm:spPr/>
    </dgm:pt>
    <dgm:pt modelId="{62D7FA5B-5F62-4D97-BD00-605F8EBF7767}" type="pres">
      <dgm:prSet presAssocID="{5589D343-4FD2-450A-8048-81B3D6BEEB0C}" presName="horz1" presStyleCnt="0"/>
      <dgm:spPr/>
    </dgm:pt>
    <dgm:pt modelId="{BC689DB4-EFA7-4021-A4C9-83AFCE3CF800}" type="pres">
      <dgm:prSet presAssocID="{5589D343-4FD2-450A-8048-81B3D6BEEB0C}" presName="tx1" presStyleLbl="revTx" presStyleIdx="4" presStyleCnt="9"/>
      <dgm:spPr/>
    </dgm:pt>
    <dgm:pt modelId="{638F30A7-1562-4FBD-B79A-2DB5F8D787BE}" type="pres">
      <dgm:prSet presAssocID="{5589D343-4FD2-450A-8048-81B3D6BEEB0C}" presName="vert1" presStyleCnt="0"/>
      <dgm:spPr/>
    </dgm:pt>
    <dgm:pt modelId="{28B82B18-B7C4-422B-B8EE-147F9F475F3C}" type="pres">
      <dgm:prSet presAssocID="{6B8C935A-1BC5-4F3E-85DB-2C77D0CCB082}" presName="thickLine" presStyleLbl="alignNode1" presStyleIdx="5" presStyleCnt="9"/>
      <dgm:spPr/>
    </dgm:pt>
    <dgm:pt modelId="{58DBE9F3-5ED5-4D78-9CE7-A3AECC213AC1}" type="pres">
      <dgm:prSet presAssocID="{6B8C935A-1BC5-4F3E-85DB-2C77D0CCB082}" presName="horz1" presStyleCnt="0"/>
      <dgm:spPr/>
    </dgm:pt>
    <dgm:pt modelId="{9D3129B5-2262-42F4-9BC0-7D1D0826C716}" type="pres">
      <dgm:prSet presAssocID="{6B8C935A-1BC5-4F3E-85DB-2C77D0CCB082}" presName="tx1" presStyleLbl="revTx" presStyleIdx="5" presStyleCnt="9"/>
      <dgm:spPr/>
    </dgm:pt>
    <dgm:pt modelId="{5F88E71A-5783-46F2-8DB4-AE18073286CF}" type="pres">
      <dgm:prSet presAssocID="{6B8C935A-1BC5-4F3E-85DB-2C77D0CCB082}" presName="vert1" presStyleCnt="0"/>
      <dgm:spPr/>
    </dgm:pt>
    <dgm:pt modelId="{E9FD22EB-767C-4056-B504-75FB2BCD4D0A}" type="pres">
      <dgm:prSet presAssocID="{E9911729-288C-4FB2-84DF-371AFC7367C5}" presName="thickLine" presStyleLbl="alignNode1" presStyleIdx="6" presStyleCnt="9"/>
      <dgm:spPr/>
    </dgm:pt>
    <dgm:pt modelId="{BDBE935A-75D7-4BA9-8631-09FEEE6F6869}" type="pres">
      <dgm:prSet presAssocID="{E9911729-288C-4FB2-84DF-371AFC7367C5}" presName="horz1" presStyleCnt="0"/>
      <dgm:spPr/>
    </dgm:pt>
    <dgm:pt modelId="{F74F79B8-9D66-4FC9-B7FC-439908B5A0BE}" type="pres">
      <dgm:prSet presAssocID="{E9911729-288C-4FB2-84DF-371AFC7367C5}" presName="tx1" presStyleLbl="revTx" presStyleIdx="6" presStyleCnt="9"/>
      <dgm:spPr/>
    </dgm:pt>
    <dgm:pt modelId="{8CAFC2C7-088B-47FD-911E-2E089DEACE85}" type="pres">
      <dgm:prSet presAssocID="{E9911729-288C-4FB2-84DF-371AFC7367C5}" presName="vert1" presStyleCnt="0"/>
      <dgm:spPr/>
    </dgm:pt>
    <dgm:pt modelId="{466AB561-6EF5-4045-ADEE-4760BBB79DB7}" type="pres">
      <dgm:prSet presAssocID="{7CD41A66-CD3E-4C86-B38B-57603AB3D22B}" presName="thickLine" presStyleLbl="alignNode1" presStyleIdx="7" presStyleCnt="9"/>
      <dgm:spPr/>
    </dgm:pt>
    <dgm:pt modelId="{17ECCDDF-A6B1-4C34-A1F7-A1449E60E9C5}" type="pres">
      <dgm:prSet presAssocID="{7CD41A66-CD3E-4C86-B38B-57603AB3D22B}" presName="horz1" presStyleCnt="0"/>
      <dgm:spPr/>
    </dgm:pt>
    <dgm:pt modelId="{CA19BC3A-50DE-45D9-9B5D-18A62DF3A260}" type="pres">
      <dgm:prSet presAssocID="{7CD41A66-CD3E-4C86-B38B-57603AB3D22B}" presName="tx1" presStyleLbl="revTx" presStyleIdx="7" presStyleCnt="9"/>
      <dgm:spPr/>
    </dgm:pt>
    <dgm:pt modelId="{8BD02D5E-D1A1-4C10-8316-C177D069383F}" type="pres">
      <dgm:prSet presAssocID="{7CD41A66-CD3E-4C86-B38B-57603AB3D22B}" presName="vert1" presStyleCnt="0"/>
      <dgm:spPr/>
    </dgm:pt>
    <dgm:pt modelId="{93C77EA7-D997-4B6C-8626-28152FA7536B}" type="pres">
      <dgm:prSet presAssocID="{9C547598-9041-4621-B3FE-04AFB4A8EC87}" presName="thickLine" presStyleLbl="alignNode1" presStyleIdx="8" presStyleCnt="9"/>
      <dgm:spPr/>
    </dgm:pt>
    <dgm:pt modelId="{CEB326BC-917A-45D9-AD2A-DE9388DC44A6}" type="pres">
      <dgm:prSet presAssocID="{9C547598-9041-4621-B3FE-04AFB4A8EC87}" presName="horz1" presStyleCnt="0"/>
      <dgm:spPr/>
    </dgm:pt>
    <dgm:pt modelId="{92567DD2-23F2-4A6B-B646-730D70E091FB}" type="pres">
      <dgm:prSet presAssocID="{9C547598-9041-4621-B3FE-04AFB4A8EC87}" presName="tx1" presStyleLbl="revTx" presStyleIdx="8" presStyleCnt="9"/>
      <dgm:spPr/>
    </dgm:pt>
    <dgm:pt modelId="{8EA57342-20E2-4AAA-AFC2-77B5A0819B1D}" type="pres">
      <dgm:prSet presAssocID="{9C547598-9041-4621-B3FE-04AFB4A8EC87}" presName="vert1" presStyleCnt="0"/>
      <dgm:spPr/>
    </dgm:pt>
  </dgm:ptLst>
  <dgm:cxnLst>
    <dgm:cxn modelId="{DDA32408-215D-419B-855F-2B8F3B0195C1}" srcId="{DE6A38AF-8F17-4D33-BE35-7CF9D7D98F1D}" destId="{49647350-64DD-4389-94EE-3EF2840CB54E}" srcOrd="3" destOrd="0" parTransId="{A854C3B1-D7FB-40B7-BB4C-E441A05B336F}" sibTransId="{761D3A18-08D9-4AF8-ABB1-C9BB51B11396}"/>
    <dgm:cxn modelId="{42AACC21-E84F-4229-B8A5-93C0AAF7ECA9}" srcId="{DE6A38AF-8F17-4D33-BE35-7CF9D7D98F1D}" destId="{E9911729-288C-4FB2-84DF-371AFC7367C5}" srcOrd="6" destOrd="0" parTransId="{B9BE2301-AB26-44C8-9024-F989411295AF}" sibTransId="{D8FF1086-7F1F-4460-913E-E6C84D0FF96D}"/>
    <dgm:cxn modelId="{32B4B923-7772-4FBD-BE97-E29E5D06D9AF}" type="presOf" srcId="{DE6A38AF-8F17-4D33-BE35-7CF9D7D98F1D}" destId="{0EBAD99F-258A-4304-827D-0C6E4ED84693}" srcOrd="0" destOrd="0" presId="urn:microsoft.com/office/officeart/2008/layout/LinedList"/>
    <dgm:cxn modelId="{64D14187-BFE7-4198-8D98-320526DF679A}" srcId="{DE6A38AF-8F17-4D33-BE35-7CF9D7D98F1D}" destId="{797EF175-54C7-46C0-BF5A-35F56423C26F}" srcOrd="1" destOrd="0" parTransId="{3B963CE9-4828-47C9-B352-4DFB1E041766}" sibTransId="{D2D80EEE-52FB-403F-BD56-F63B7CFBAB5C}"/>
    <dgm:cxn modelId="{05ADEF92-ECAB-4042-9C78-E31FCF3C98FF}" type="presOf" srcId="{3090F18D-E409-4F38-BF79-7247184878ED}" destId="{D47B71DE-6AC5-4675-9DC6-B2630673D819}" srcOrd="0" destOrd="0" presId="urn:microsoft.com/office/officeart/2008/layout/LinedList"/>
    <dgm:cxn modelId="{373CE399-3433-4B5E-A923-72228F862B18}" type="presOf" srcId="{49647350-64DD-4389-94EE-3EF2840CB54E}" destId="{1B727378-0406-4EE7-A57A-F9B992384C14}" srcOrd="0" destOrd="0" presId="urn:microsoft.com/office/officeart/2008/layout/LinedList"/>
    <dgm:cxn modelId="{FF047EB2-D7B5-4C8D-8FA0-1F79358DBB34}" type="presOf" srcId="{D7A4E33C-E62A-45F3-A36C-F0F621635279}" destId="{76D9B61D-F30C-4512-93F0-5D12370B8BAB}" srcOrd="0" destOrd="0" presId="urn:microsoft.com/office/officeart/2008/layout/LinedList"/>
    <dgm:cxn modelId="{389954D2-8987-43EA-A0C2-91F0AD60EB42}" srcId="{DE6A38AF-8F17-4D33-BE35-7CF9D7D98F1D}" destId="{7CD41A66-CD3E-4C86-B38B-57603AB3D22B}" srcOrd="7" destOrd="0" parTransId="{7BA124D7-2D65-4641-B1A8-A9E425BEB573}" sibTransId="{48BFC2E2-EF76-4C06-939D-0F60ABD289F0}"/>
    <dgm:cxn modelId="{CE19D4D8-BBE6-47CB-A82E-F2F923E28B8F}" srcId="{DE6A38AF-8F17-4D33-BE35-7CF9D7D98F1D}" destId="{D7A4E33C-E62A-45F3-A36C-F0F621635279}" srcOrd="2" destOrd="0" parTransId="{A410BA6D-210B-4486-A1CE-CD8EE61F7065}" sibTransId="{DFFCC9F5-3FF1-4E27-A0EB-63D1FCDA99D8}"/>
    <dgm:cxn modelId="{CAED07D9-14D7-428B-A370-636202FD330D}" srcId="{DE6A38AF-8F17-4D33-BE35-7CF9D7D98F1D}" destId="{9C547598-9041-4621-B3FE-04AFB4A8EC87}" srcOrd="8" destOrd="0" parTransId="{47E9C725-F2CD-4D10-B028-B890E6F0846D}" sibTransId="{EF214AE2-B898-4F02-8697-B478A0A87F30}"/>
    <dgm:cxn modelId="{E7B421E0-C747-4A1B-8540-37BD8D062025}" srcId="{DE6A38AF-8F17-4D33-BE35-7CF9D7D98F1D}" destId="{3090F18D-E409-4F38-BF79-7247184878ED}" srcOrd="0" destOrd="0" parTransId="{9E5A21AC-D72D-4332-937A-4D81969D708F}" sibTransId="{648EA0A2-F98F-43B7-96CB-6CD977E8FEEB}"/>
    <dgm:cxn modelId="{7F61F8E1-A645-414F-B64B-0ED125F39B4A}" type="presOf" srcId="{5589D343-4FD2-450A-8048-81B3D6BEEB0C}" destId="{BC689DB4-EFA7-4021-A4C9-83AFCE3CF800}" srcOrd="0" destOrd="0" presId="urn:microsoft.com/office/officeart/2008/layout/LinedList"/>
    <dgm:cxn modelId="{955A00E2-9287-4791-899F-26C9BEE0FDB1}" type="presOf" srcId="{797EF175-54C7-46C0-BF5A-35F56423C26F}" destId="{5CFC1042-DC62-45D0-885E-49BB2A20F9F0}" srcOrd="0" destOrd="0" presId="urn:microsoft.com/office/officeart/2008/layout/LinedList"/>
    <dgm:cxn modelId="{91E063E6-6652-468D-A65F-1728AC6E8A7A}" srcId="{DE6A38AF-8F17-4D33-BE35-7CF9D7D98F1D}" destId="{6B8C935A-1BC5-4F3E-85DB-2C77D0CCB082}" srcOrd="5" destOrd="0" parTransId="{D4C808FC-269E-4983-B582-B6F3B7E89713}" sibTransId="{392C9865-8135-4DC7-8664-3616B9E969F9}"/>
    <dgm:cxn modelId="{47D964E9-5E27-4D78-8A6A-54CC4B777AB6}" type="presOf" srcId="{7CD41A66-CD3E-4C86-B38B-57603AB3D22B}" destId="{CA19BC3A-50DE-45D9-9B5D-18A62DF3A260}" srcOrd="0" destOrd="0" presId="urn:microsoft.com/office/officeart/2008/layout/LinedList"/>
    <dgm:cxn modelId="{7545DCE9-9685-4468-AF53-8728B2BB96B4}" srcId="{DE6A38AF-8F17-4D33-BE35-7CF9D7D98F1D}" destId="{5589D343-4FD2-450A-8048-81B3D6BEEB0C}" srcOrd="4" destOrd="0" parTransId="{2022DCDB-25F2-48A2-9C63-B09BC9744AD0}" sibTransId="{5089934F-1D83-4B70-A687-E21EEA0BFD10}"/>
    <dgm:cxn modelId="{E5A159ED-E135-4C00-BC52-5E5646AD9E4B}" type="presOf" srcId="{E9911729-288C-4FB2-84DF-371AFC7367C5}" destId="{F74F79B8-9D66-4FC9-B7FC-439908B5A0BE}" srcOrd="0" destOrd="0" presId="urn:microsoft.com/office/officeart/2008/layout/LinedList"/>
    <dgm:cxn modelId="{7B875BF6-3EDA-4D8F-9512-1BF51DC51FC2}" type="presOf" srcId="{9C547598-9041-4621-B3FE-04AFB4A8EC87}" destId="{92567DD2-23F2-4A6B-B646-730D70E091FB}" srcOrd="0" destOrd="0" presId="urn:microsoft.com/office/officeart/2008/layout/LinedList"/>
    <dgm:cxn modelId="{F7B477F9-0324-4590-A568-FE135838EBC5}" type="presOf" srcId="{6B8C935A-1BC5-4F3E-85DB-2C77D0CCB082}" destId="{9D3129B5-2262-42F4-9BC0-7D1D0826C716}" srcOrd="0" destOrd="0" presId="urn:microsoft.com/office/officeart/2008/layout/LinedList"/>
    <dgm:cxn modelId="{CD50D4DA-8908-4521-92F7-B30E8BBC5768}" type="presParOf" srcId="{0EBAD99F-258A-4304-827D-0C6E4ED84693}" destId="{065BA26B-7276-41CA-94CC-CB3E5EB92693}" srcOrd="0" destOrd="0" presId="urn:microsoft.com/office/officeart/2008/layout/LinedList"/>
    <dgm:cxn modelId="{66ED923E-E4CE-49BB-A304-8AA9EF35C2EF}" type="presParOf" srcId="{0EBAD99F-258A-4304-827D-0C6E4ED84693}" destId="{7464838A-9FA0-4CC9-9B23-F250E2FC8906}" srcOrd="1" destOrd="0" presId="urn:microsoft.com/office/officeart/2008/layout/LinedList"/>
    <dgm:cxn modelId="{00C28808-9BDD-4999-A18A-3BD291F971F5}" type="presParOf" srcId="{7464838A-9FA0-4CC9-9B23-F250E2FC8906}" destId="{D47B71DE-6AC5-4675-9DC6-B2630673D819}" srcOrd="0" destOrd="0" presId="urn:microsoft.com/office/officeart/2008/layout/LinedList"/>
    <dgm:cxn modelId="{8522EB10-DA90-4127-9A25-5E659ADE9E6C}" type="presParOf" srcId="{7464838A-9FA0-4CC9-9B23-F250E2FC8906}" destId="{9EC69748-392C-4731-9A58-FCA480BB21AD}" srcOrd="1" destOrd="0" presId="urn:microsoft.com/office/officeart/2008/layout/LinedList"/>
    <dgm:cxn modelId="{B388D380-126B-4787-8C99-4AE6FA2EF98F}" type="presParOf" srcId="{0EBAD99F-258A-4304-827D-0C6E4ED84693}" destId="{D56B6122-3F87-4540-B564-67BD197FEF4C}" srcOrd="2" destOrd="0" presId="urn:microsoft.com/office/officeart/2008/layout/LinedList"/>
    <dgm:cxn modelId="{16AA81FF-8BCF-48DB-9CE2-6D933C299287}" type="presParOf" srcId="{0EBAD99F-258A-4304-827D-0C6E4ED84693}" destId="{D89CD039-67C4-4B4E-9D30-F4F1F419D0FA}" srcOrd="3" destOrd="0" presId="urn:microsoft.com/office/officeart/2008/layout/LinedList"/>
    <dgm:cxn modelId="{837E9CB3-93BE-49A3-B592-C605704A3D38}" type="presParOf" srcId="{D89CD039-67C4-4B4E-9D30-F4F1F419D0FA}" destId="{5CFC1042-DC62-45D0-885E-49BB2A20F9F0}" srcOrd="0" destOrd="0" presId="urn:microsoft.com/office/officeart/2008/layout/LinedList"/>
    <dgm:cxn modelId="{BE6EB1A6-80E8-4FF5-BE92-B2DBC2581646}" type="presParOf" srcId="{D89CD039-67C4-4B4E-9D30-F4F1F419D0FA}" destId="{0C44A646-C321-4320-BD7E-3342A6A8F5A3}" srcOrd="1" destOrd="0" presId="urn:microsoft.com/office/officeart/2008/layout/LinedList"/>
    <dgm:cxn modelId="{E05B9A60-118E-4C38-BBA6-1D96C76FA3C6}" type="presParOf" srcId="{0EBAD99F-258A-4304-827D-0C6E4ED84693}" destId="{ED752914-AD22-443E-8952-5C04D7691139}" srcOrd="4" destOrd="0" presId="urn:microsoft.com/office/officeart/2008/layout/LinedList"/>
    <dgm:cxn modelId="{E21FEFC9-A4D0-426C-A011-D2AB07EE5803}" type="presParOf" srcId="{0EBAD99F-258A-4304-827D-0C6E4ED84693}" destId="{40F637F1-6D73-42C4-AC93-64CE77204A6A}" srcOrd="5" destOrd="0" presId="urn:microsoft.com/office/officeart/2008/layout/LinedList"/>
    <dgm:cxn modelId="{EED231E8-6FC1-4F40-8812-B711222EF671}" type="presParOf" srcId="{40F637F1-6D73-42C4-AC93-64CE77204A6A}" destId="{76D9B61D-F30C-4512-93F0-5D12370B8BAB}" srcOrd="0" destOrd="0" presId="urn:microsoft.com/office/officeart/2008/layout/LinedList"/>
    <dgm:cxn modelId="{73A28C1B-EE3D-4A86-9582-567EB06B1005}" type="presParOf" srcId="{40F637F1-6D73-42C4-AC93-64CE77204A6A}" destId="{063D71EF-6414-49A0-8534-29A3D73513A8}" srcOrd="1" destOrd="0" presId="urn:microsoft.com/office/officeart/2008/layout/LinedList"/>
    <dgm:cxn modelId="{D40E5D77-95AC-4B5E-87D5-4FE55F779AD7}" type="presParOf" srcId="{0EBAD99F-258A-4304-827D-0C6E4ED84693}" destId="{6AB0D9E5-8A3D-4E7F-B0D0-958FB44943DA}" srcOrd="6" destOrd="0" presId="urn:microsoft.com/office/officeart/2008/layout/LinedList"/>
    <dgm:cxn modelId="{82C4966B-A7B8-4713-AE6D-BFBE6DCFC44F}" type="presParOf" srcId="{0EBAD99F-258A-4304-827D-0C6E4ED84693}" destId="{F18C9295-A1A8-4005-9B46-5441BC8577C6}" srcOrd="7" destOrd="0" presId="urn:microsoft.com/office/officeart/2008/layout/LinedList"/>
    <dgm:cxn modelId="{DCC23A11-3157-4A7A-96CC-90628608123F}" type="presParOf" srcId="{F18C9295-A1A8-4005-9B46-5441BC8577C6}" destId="{1B727378-0406-4EE7-A57A-F9B992384C14}" srcOrd="0" destOrd="0" presId="urn:microsoft.com/office/officeart/2008/layout/LinedList"/>
    <dgm:cxn modelId="{AF058169-554A-4B3A-A1FF-FA65E0C4909C}" type="presParOf" srcId="{F18C9295-A1A8-4005-9B46-5441BC8577C6}" destId="{A10C6935-1777-437C-A81A-C44B3712A818}" srcOrd="1" destOrd="0" presId="urn:microsoft.com/office/officeart/2008/layout/LinedList"/>
    <dgm:cxn modelId="{1DA60724-32DD-48A0-B3F6-8B9FD5CC2453}" type="presParOf" srcId="{0EBAD99F-258A-4304-827D-0C6E4ED84693}" destId="{49D513C5-6DCD-42D1-9CC2-924D88D0CF9E}" srcOrd="8" destOrd="0" presId="urn:microsoft.com/office/officeart/2008/layout/LinedList"/>
    <dgm:cxn modelId="{90355FD1-C01E-456B-A17B-34F5F160160E}" type="presParOf" srcId="{0EBAD99F-258A-4304-827D-0C6E4ED84693}" destId="{62D7FA5B-5F62-4D97-BD00-605F8EBF7767}" srcOrd="9" destOrd="0" presId="urn:microsoft.com/office/officeart/2008/layout/LinedList"/>
    <dgm:cxn modelId="{40FD934D-A44D-4F92-83B5-A7DA5C513857}" type="presParOf" srcId="{62D7FA5B-5F62-4D97-BD00-605F8EBF7767}" destId="{BC689DB4-EFA7-4021-A4C9-83AFCE3CF800}" srcOrd="0" destOrd="0" presId="urn:microsoft.com/office/officeart/2008/layout/LinedList"/>
    <dgm:cxn modelId="{7E5C3459-96E2-4A19-9E3D-32C6B7B1CBE9}" type="presParOf" srcId="{62D7FA5B-5F62-4D97-BD00-605F8EBF7767}" destId="{638F30A7-1562-4FBD-B79A-2DB5F8D787BE}" srcOrd="1" destOrd="0" presId="urn:microsoft.com/office/officeart/2008/layout/LinedList"/>
    <dgm:cxn modelId="{B5B4B476-BD9E-4B1D-93C0-627ED4879363}" type="presParOf" srcId="{0EBAD99F-258A-4304-827D-0C6E4ED84693}" destId="{28B82B18-B7C4-422B-B8EE-147F9F475F3C}" srcOrd="10" destOrd="0" presId="urn:microsoft.com/office/officeart/2008/layout/LinedList"/>
    <dgm:cxn modelId="{733DA0C8-49C8-490F-B7D5-882DAFECFE3E}" type="presParOf" srcId="{0EBAD99F-258A-4304-827D-0C6E4ED84693}" destId="{58DBE9F3-5ED5-4D78-9CE7-A3AECC213AC1}" srcOrd="11" destOrd="0" presId="urn:microsoft.com/office/officeart/2008/layout/LinedList"/>
    <dgm:cxn modelId="{006B4595-85DF-4153-AC98-0F9B0BA113E0}" type="presParOf" srcId="{58DBE9F3-5ED5-4D78-9CE7-A3AECC213AC1}" destId="{9D3129B5-2262-42F4-9BC0-7D1D0826C716}" srcOrd="0" destOrd="0" presId="urn:microsoft.com/office/officeart/2008/layout/LinedList"/>
    <dgm:cxn modelId="{19A5CC22-ED83-4F8B-88A4-D8F14647AB1A}" type="presParOf" srcId="{58DBE9F3-5ED5-4D78-9CE7-A3AECC213AC1}" destId="{5F88E71A-5783-46F2-8DB4-AE18073286CF}" srcOrd="1" destOrd="0" presId="urn:microsoft.com/office/officeart/2008/layout/LinedList"/>
    <dgm:cxn modelId="{D061D0E2-1A33-4482-9E53-2B5120F2C10A}" type="presParOf" srcId="{0EBAD99F-258A-4304-827D-0C6E4ED84693}" destId="{E9FD22EB-767C-4056-B504-75FB2BCD4D0A}" srcOrd="12" destOrd="0" presId="urn:microsoft.com/office/officeart/2008/layout/LinedList"/>
    <dgm:cxn modelId="{36440746-5BFA-4A17-8061-E6E277CDEF01}" type="presParOf" srcId="{0EBAD99F-258A-4304-827D-0C6E4ED84693}" destId="{BDBE935A-75D7-4BA9-8631-09FEEE6F6869}" srcOrd="13" destOrd="0" presId="urn:microsoft.com/office/officeart/2008/layout/LinedList"/>
    <dgm:cxn modelId="{773695A1-B763-4239-A0A4-15B00F0E21FE}" type="presParOf" srcId="{BDBE935A-75D7-4BA9-8631-09FEEE6F6869}" destId="{F74F79B8-9D66-4FC9-B7FC-439908B5A0BE}" srcOrd="0" destOrd="0" presId="urn:microsoft.com/office/officeart/2008/layout/LinedList"/>
    <dgm:cxn modelId="{8D667571-DE62-48C9-A7D5-D024B5F5FD11}" type="presParOf" srcId="{BDBE935A-75D7-4BA9-8631-09FEEE6F6869}" destId="{8CAFC2C7-088B-47FD-911E-2E089DEACE85}" srcOrd="1" destOrd="0" presId="urn:microsoft.com/office/officeart/2008/layout/LinedList"/>
    <dgm:cxn modelId="{B6D4FBB9-52D2-40CA-9076-6F392EC670F4}" type="presParOf" srcId="{0EBAD99F-258A-4304-827D-0C6E4ED84693}" destId="{466AB561-6EF5-4045-ADEE-4760BBB79DB7}" srcOrd="14" destOrd="0" presId="urn:microsoft.com/office/officeart/2008/layout/LinedList"/>
    <dgm:cxn modelId="{9DC9E967-3E57-45A2-93AB-3274DB5B5399}" type="presParOf" srcId="{0EBAD99F-258A-4304-827D-0C6E4ED84693}" destId="{17ECCDDF-A6B1-4C34-A1F7-A1449E60E9C5}" srcOrd="15" destOrd="0" presId="urn:microsoft.com/office/officeart/2008/layout/LinedList"/>
    <dgm:cxn modelId="{2661A0D5-6BFF-482D-A30A-EA19DC7DA78A}" type="presParOf" srcId="{17ECCDDF-A6B1-4C34-A1F7-A1449E60E9C5}" destId="{CA19BC3A-50DE-45D9-9B5D-18A62DF3A260}" srcOrd="0" destOrd="0" presId="urn:microsoft.com/office/officeart/2008/layout/LinedList"/>
    <dgm:cxn modelId="{2818C540-43CA-4F04-AB15-3B3D2F9A54F6}" type="presParOf" srcId="{17ECCDDF-A6B1-4C34-A1F7-A1449E60E9C5}" destId="{8BD02D5E-D1A1-4C10-8316-C177D069383F}" srcOrd="1" destOrd="0" presId="urn:microsoft.com/office/officeart/2008/layout/LinedList"/>
    <dgm:cxn modelId="{06C890A7-F688-4C57-A36C-3D3B0D21DF6A}" type="presParOf" srcId="{0EBAD99F-258A-4304-827D-0C6E4ED84693}" destId="{93C77EA7-D997-4B6C-8626-28152FA7536B}" srcOrd="16" destOrd="0" presId="urn:microsoft.com/office/officeart/2008/layout/LinedList"/>
    <dgm:cxn modelId="{D90989DC-1CDA-4968-BE04-D41B53211152}" type="presParOf" srcId="{0EBAD99F-258A-4304-827D-0C6E4ED84693}" destId="{CEB326BC-917A-45D9-AD2A-DE9388DC44A6}" srcOrd="17" destOrd="0" presId="urn:microsoft.com/office/officeart/2008/layout/LinedList"/>
    <dgm:cxn modelId="{38352B1C-0B9A-4357-AEB0-B14C55817D27}" type="presParOf" srcId="{CEB326BC-917A-45D9-AD2A-DE9388DC44A6}" destId="{92567DD2-23F2-4A6B-B646-730D70E091FB}" srcOrd="0" destOrd="0" presId="urn:microsoft.com/office/officeart/2008/layout/LinedList"/>
    <dgm:cxn modelId="{3BF96D24-DD4C-4598-BCA8-4DD7DEDF8D00}" type="presParOf" srcId="{CEB326BC-917A-45D9-AD2A-DE9388DC44A6}" destId="{8EA57342-20E2-4AAA-AFC2-77B5A0819B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4ACA5F-26C4-4681-92CA-48511D72016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9BFD342-163F-4C71-AFB9-599F448A236F}">
      <dgm:prSet/>
      <dgm:spPr/>
      <dgm:t>
        <a:bodyPr/>
        <a:lstStyle/>
        <a:p>
          <a:r>
            <a:rPr lang="en-IN"/>
            <a:t>Integration with LMS (Moodle/Canvas) for automated grading</a:t>
          </a:r>
          <a:endParaRPr lang="en-US"/>
        </a:p>
      </dgm:t>
    </dgm:pt>
    <dgm:pt modelId="{66773010-EC3F-46C5-AFA9-82811CDFABA8}" type="parTrans" cxnId="{9106BDEF-A9DF-4F7D-8D98-155BC03B7F9F}">
      <dgm:prSet/>
      <dgm:spPr/>
      <dgm:t>
        <a:bodyPr/>
        <a:lstStyle/>
        <a:p>
          <a:endParaRPr lang="en-US"/>
        </a:p>
      </dgm:t>
    </dgm:pt>
    <dgm:pt modelId="{DD199EC1-DC5D-4440-9784-0C37756A799A}" type="sibTrans" cxnId="{9106BDEF-A9DF-4F7D-8D98-155BC03B7F9F}">
      <dgm:prSet/>
      <dgm:spPr/>
      <dgm:t>
        <a:bodyPr/>
        <a:lstStyle/>
        <a:p>
          <a:endParaRPr lang="en-US"/>
        </a:p>
      </dgm:t>
    </dgm:pt>
    <dgm:pt modelId="{BDD57871-2A2B-40DA-8E96-B62D5AAA9083}">
      <dgm:prSet/>
      <dgm:spPr/>
      <dgm:t>
        <a:bodyPr/>
        <a:lstStyle/>
        <a:p>
          <a:r>
            <a:rPr lang="en-IN"/>
            <a:t>Support for more document formats (ODT, RTF)</a:t>
          </a:r>
          <a:endParaRPr lang="en-US"/>
        </a:p>
      </dgm:t>
    </dgm:pt>
    <dgm:pt modelId="{90460188-2F5B-4C09-A556-661F9A6A6FE8}" type="parTrans" cxnId="{14FCDA2F-A937-4A34-B76C-0ACBE51EA563}">
      <dgm:prSet/>
      <dgm:spPr/>
      <dgm:t>
        <a:bodyPr/>
        <a:lstStyle/>
        <a:p>
          <a:endParaRPr lang="en-US"/>
        </a:p>
      </dgm:t>
    </dgm:pt>
    <dgm:pt modelId="{AD52125E-D84D-4B4F-B532-F13BFC65941F}" type="sibTrans" cxnId="{14FCDA2F-A937-4A34-B76C-0ACBE51EA563}">
      <dgm:prSet/>
      <dgm:spPr/>
      <dgm:t>
        <a:bodyPr/>
        <a:lstStyle/>
        <a:p>
          <a:endParaRPr lang="en-US"/>
        </a:p>
      </dgm:t>
    </dgm:pt>
    <dgm:pt modelId="{D702D9FC-E4FA-4B57-A06F-D62E6760D722}">
      <dgm:prSet/>
      <dgm:spPr/>
      <dgm:t>
        <a:bodyPr/>
        <a:lstStyle/>
        <a:p>
          <a:r>
            <a:rPr lang="en-IN"/>
            <a:t>Fine‑tuned local LLM for offline fake detection</a:t>
          </a:r>
          <a:endParaRPr lang="en-US"/>
        </a:p>
      </dgm:t>
    </dgm:pt>
    <dgm:pt modelId="{090EBB2E-B33C-4400-9092-CD82B2804597}" type="parTrans" cxnId="{7E0E4ADB-8B64-4B0E-A87B-CA5DBE36BE11}">
      <dgm:prSet/>
      <dgm:spPr/>
      <dgm:t>
        <a:bodyPr/>
        <a:lstStyle/>
        <a:p>
          <a:endParaRPr lang="en-US"/>
        </a:p>
      </dgm:t>
    </dgm:pt>
    <dgm:pt modelId="{E4FD0E7C-9FC6-47D5-A1A7-7D1A7291180E}" type="sibTrans" cxnId="{7E0E4ADB-8B64-4B0E-A87B-CA5DBE36BE11}">
      <dgm:prSet/>
      <dgm:spPr/>
      <dgm:t>
        <a:bodyPr/>
        <a:lstStyle/>
        <a:p>
          <a:endParaRPr lang="en-US"/>
        </a:p>
      </dgm:t>
    </dgm:pt>
    <dgm:pt modelId="{BE2C8414-DF73-40D3-87B5-45FDDA3A6119}">
      <dgm:prSet/>
      <dgm:spPr/>
      <dgm:t>
        <a:bodyPr/>
        <a:lstStyle/>
        <a:p>
          <a:r>
            <a:rPr lang="en-IN"/>
            <a:t>User dashboard with historical submissions</a:t>
          </a:r>
          <a:endParaRPr lang="en-US"/>
        </a:p>
      </dgm:t>
    </dgm:pt>
    <dgm:pt modelId="{B75AC169-D6A1-4C1C-BE31-DA0FE6833C58}" type="parTrans" cxnId="{6E040DB2-910E-4C6E-AF89-7D074E6F011B}">
      <dgm:prSet/>
      <dgm:spPr/>
      <dgm:t>
        <a:bodyPr/>
        <a:lstStyle/>
        <a:p>
          <a:endParaRPr lang="en-US"/>
        </a:p>
      </dgm:t>
    </dgm:pt>
    <dgm:pt modelId="{28CEE446-46A6-4AF1-A1BF-F58C90D8C855}" type="sibTrans" cxnId="{6E040DB2-910E-4C6E-AF89-7D074E6F011B}">
      <dgm:prSet/>
      <dgm:spPr/>
      <dgm:t>
        <a:bodyPr/>
        <a:lstStyle/>
        <a:p>
          <a:endParaRPr lang="en-US"/>
        </a:p>
      </dgm:t>
    </dgm:pt>
    <dgm:pt modelId="{BB4A6217-9031-4E87-A5A2-AAEA3E48D24A}">
      <dgm:prSet/>
      <dgm:spPr/>
      <dgm:t>
        <a:bodyPr/>
        <a:lstStyle/>
        <a:p>
          <a:r>
            <a:rPr lang="en-IN"/>
            <a:t>Plagiarism detection integration</a:t>
          </a:r>
          <a:endParaRPr lang="en-US"/>
        </a:p>
      </dgm:t>
    </dgm:pt>
    <dgm:pt modelId="{8EE0DEA2-520C-4AFD-B66E-4013B34A6D39}" type="parTrans" cxnId="{4B632902-B5DB-4266-9CAB-0E8355DA882C}">
      <dgm:prSet/>
      <dgm:spPr/>
      <dgm:t>
        <a:bodyPr/>
        <a:lstStyle/>
        <a:p>
          <a:endParaRPr lang="en-US"/>
        </a:p>
      </dgm:t>
    </dgm:pt>
    <dgm:pt modelId="{7317C75E-FC94-4990-AA70-AB0135BF70A8}" type="sibTrans" cxnId="{4B632902-B5DB-4266-9CAB-0E8355DA882C}">
      <dgm:prSet/>
      <dgm:spPr/>
      <dgm:t>
        <a:bodyPr/>
        <a:lstStyle/>
        <a:p>
          <a:endParaRPr lang="en-US"/>
        </a:p>
      </dgm:t>
    </dgm:pt>
    <dgm:pt modelId="{DA923543-1812-4381-A405-E7C25C588B48}">
      <dgm:prSet/>
      <dgm:spPr/>
      <dgm:t>
        <a:bodyPr/>
        <a:lstStyle/>
        <a:p>
          <a:r>
            <a:rPr lang="en-IN"/>
            <a:t>Interactive BibTeX editor for students</a:t>
          </a:r>
          <a:endParaRPr lang="en-US"/>
        </a:p>
      </dgm:t>
    </dgm:pt>
    <dgm:pt modelId="{4B7CE4B2-CCB0-4AE7-B015-2E8ADA4758E0}" type="parTrans" cxnId="{1715E0AE-B144-4E2A-9A93-871583757160}">
      <dgm:prSet/>
      <dgm:spPr/>
      <dgm:t>
        <a:bodyPr/>
        <a:lstStyle/>
        <a:p>
          <a:endParaRPr lang="en-US"/>
        </a:p>
      </dgm:t>
    </dgm:pt>
    <dgm:pt modelId="{06403C3D-5DD5-4B69-9E64-52BDA0D3EA2B}" type="sibTrans" cxnId="{1715E0AE-B144-4E2A-9A93-871583757160}">
      <dgm:prSet/>
      <dgm:spPr/>
      <dgm:t>
        <a:bodyPr/>
        <a:lstStyle/>
        <a:p>
          <a:endParaRPr lang="en-US"/>
        </a:p>
      </dgm:t>
    </dgm:pt>
    <dgm:pt modelId="{C7E8184F-5869-4777-8279-D8C417B039C0}">
      <dgm:prSet/>
      <dgm:spPr/>
      <dgm:t>
        <a:bodyPr/>
        <a:lstStyle/>
        <a:p>
          <a:r>
            <a:rPr lang="en-IN"/>
            <a:t>REST API for third‑party tools</a:t>
          </a:r>
          <a:endParaRPr lang="en-US"/>
        </a:p>
      </dgm:t>
    </dgm:pt>
    <dgm:pt modelId="{2B2691F9-D6B3-4922-BACF-D494C5819289}" type="parTrans" cxnId="{D80CFBB8-F416-4BE9-AA4E-D42A43AF6AD9}">
      <dgm:prSet/>
      <dgm:spPr/>
      <dgm:t>
        <a:bodyPr/>
        <a:lstStyle/>
        <a:p>
          <a:endParaRPr lang="en-US"/>
        </a:p>
      </dgm:t>
    </dgm:pt>
    <dgm:pt modelId="{AECEE8EE-5E2D-40AD-8FF6-D86847739716}" type="sibTrans" cxnId="{D80CFBB8-F416-4BE9-AA4E-D42A43AF6AD9}">
      <dgm:prSet/>
      <dgm:spPr/>
      <dgm:t>
        <a:bodyPr/>
        <a:lstStyle/>
        <a:p>
          <a:endParaRPr lang="en-US"/>
        </a:p>
      </dgm:t>
    </dgm:pt>
    <dgm:pt modelId="{06637C3A-93C7-4105-BDAA-2758D7B47497}" type="pres">
      <dgm:prSet presAssocID="{334ACA5F-26C4-4681-92CA-48511D720162}" presName="vert0" presStyleCnt="0">
        <dgm:presLayoutVars>
          <dgm:dir/>
          <dgm:animOne val="branch"/>
          <dgm:animLvl val="lvl"/>
        </dgm:presLayoutVars>
      </dgm:prSet>
      <dgm:spPr/>
    </dgm:pt>
    <dgm:pt modelId="{6C0FA9D9-7884-49AA-892A-62413BA7B2D8}" type="pres">
      <dgm:prSet presAssocID="{B9BFD342-163F-4C71-AFB9-599F448A236F}" presName="thickLine" presStyleLbl="alignNode1" presStyleIdx="0" presStyleCnt="7"/>
      <dgm:spPr/>
    </dgm:pt>
    <dgm:pt modelId="{C1C5794D-5DA2-4E93-B36E-ACC724B4BABF}" type="pres">
      <dgm:prSet presAssocID="{B9BFD342-163F-4C71-AFB9-599F448A236F}" presName="horz1" presStyleCnt="0"/>
      <dgm:spPr/>
    </dgm:pt>
    <dgm:pt modelId="{0B41EA67-9724-449A-8DD8-32A8D04FDEA8}" type="pres">
      <dgm:prSet presAssocID="{B9BFD342-163F-4C71-AFB9-599F448A236F}" presName="tx1" presStyleLbl="revTx" presStyleIdx="0" presStyleCnt="7"/>
      <dgm:spPr/>
    </dgm:pt>
    <dgm:pt modelId="{4FEBF6A6-0BB2-47BE-8325-6521C118D748}" type="pres">
      <dgm:prSet presAssocID="{B9BFD342-163F-4C71-AFB9-599F448A236F}" presName="vert1" presStyleCnt="0"/>
      <dgm:spPr/>
    </dgm:pt>
    <dgm:pt modelId="{7B953B56-1856-41FB-9828-2E59192F942D}" type="pres">
      <dgm:prSet presAssocID="{BDD57871-2A2B-40DA-8E96-B62D5AAA9083}" presName="thickLine" presStyleLbl="alignNode1" presStyleIdx="1" presStyleCnt="7"/>
      <dgm:spPr/>
    </dgm:pt>
    <dgm:pt modelId="{F8B6B656-720C-47C3-AD5D-BDF118EB99C6}" type="pres">
      <dgm:prSet presAssocID="{BDD57871-2A2B-40DA-8E96-B62D5AAA9083}" presName="horz1" presStyleCnt="0"/>
      <dgm:spPr/>
    </dgm:pt>
    <dgm:pt modelId="{64348217-1F2C-42DA-9996-7C6CF75EE2EA}" type="pres">
      <dgm:prSet presAssocID="{BDD57871-2A2B-40DA-8E96-B62D5AAA9083}" presName="tx1" presStyleLbl="revTx" presStyleIdx="1" presStyleCnt="7"/>
      <dgm:spPr/>
    </dgm:pt>
    <dgm:pt modelId="{EBEE82D1-29B0-4BE2-AF04-66BE8CB63F0C}" type="pres">
      <dgm:prSet presAssocID="{BDD57871-2A2B-40DA-8E96-B62D5AAA9083}" presName="vert1" presStyleCnt="0"/>
      <dgm:spPr/>
    </dgm:pt>
    <dgm:pt modelId="{1D81D03A-A442-43E8-8855-1B27AF620D5E}" type="pres">
      <dgm:prSet presAssocID="{D702D9FC-E4FA-4B57-A06F-D62E6760D722}" presName="thickLine" presStyleLbl="alignNode1" presStyleIdx="2" presStyleCnt="7"/>
      <dgm:spPr/>
    </dgm:pt>
    <dgm:pt modelId="{AA5EFCCE-1C61-42EF-BB65-2D9CE93240FF}" type="pres">
      <dgm:prSet presAssocID="{D702D9FC-E4FA-4B57-A06F-D62E6760D722}" presName="horz1" presStyleCnt="0"/>
      <dgm:spPr/>
    </dgm:pt>
    <dgm:pt modelId="{7049BF78-EA19-4CFE-99EF-F94E8ED1D5B5}" type="pres">
      <dgm:prSet presAssocID="{D702D9FC-E4FA-4B57-A06F-D62E6760D722}" presName="tx1" presStyleLbl="revTx" presStyleIdx="2" presStyleCnt="7"/>
      <dgm:spPr/>
    </dgm:pt>
    <dgm:pt modelId="{24144964-77BB-404D-BC67-C43104719FDB}" type="pres">
      <dgm:prSet presAssocID="{D702D9FC-E4FA-4B57-A06F-D62E6760D722}" presName="vert1" presStyleCnt="0"/>
      <dgm:spPr/>
    </dgm:pt>
    <dgm:pt modelId="{5C5EF7FB-23BF-4D48-B65D-B5D126EF1DDA}" type="pres">
      <dgm:prSet presAssocID="{BE2C8414-DF73-40D3-87B5-45FDDA3A6119}" presName="thickLine" presStyleLbl="alignNode1" presStyleIdx="3" presStyleCnt="7"/>
      <dgm:spPr/>
    </dgm:pt>
    <dgm:pt modelId="{70C3959F-634A-46BE-BECD-B9BE5740C958}" type="pres">
      <dgm:prSet presAssocID="{BE2C8414-DF73-40D3-87B5-45FDDA3A6119}" presName="horz1" presStyleCnt="0"/>
      <dgm:spPr/>
    </dgm:pt>
    <dgm:pt modelId="{38027852-244F-4C98-94A3-CDAA7FF796AD}" type="pres">
      <dgm:prSet presAssocID="{BE2C8414-DF73-40D3-87B5-45FDDA3A6119}" presName="tx1" presStyleLbl="revTx" presStyleIdx="3" presStyleCnt="7"/>
      <dgm:spPr/>
    </dgm:pt>
    <dgm:pt modelId="{C53B4D60-0E94-4629-96A5-DE43C0D5960C}" type="pres">
      <dgm:prSet presAssocID="{BE2C8414-DF73-40D3-87B5-45FDDA3A6119}" presName="vert1" presStyleCnt="0"/>
      <dgm:spPr/>
    </dgm:pt>
    <dgm:pt modelId="{72B27889-EE8A-4EB0-8E9F-FFCF684F3141}" type="pres">
      <dgm:prSet presAssocID="{BB4A6217-9031-4E87-A5A2-AAEA3E48D24A}" presName="thickLine" presStyleLbl="alignNode1" presStyleIdx="4" presStyleCnt="7"/>
      <dgm:spPr/>
    </dgm:pt>
    <dgm:pt modelId="{5B63ACF8-6417-4192-AFF0-C05E1E32895F}" type="pres">
      <dgm:prSet presAssocID="{BB4A6217-9031-4E87-A5A2-AAEA3E48D24A}" presName="horz1" presStyleCnt="0"/>
      <dgm:spPr/>
    </dgm:pt>
    <dgm:pt modelId="{A7D43A6E-B607-4574-B730-9A6ED84FFBFA}" type="pres">
      <dgm:prSet presAssocID="{BB4A6217-9031-4E87-A5A2-AAEA3E48D24A}" presName="tx1" presStyleLbl="revTx" presStyleIdx="4" presStyleCnt="7"/>
      <dgm:spPr/>
    </dgm:pt>
    <dgm:pt modelId="{467C32EB-EEF9-460B-A2E7-AA5DFB7D1DBC}" type="pres">
      <dgm:prSet presAssocID="{BB4A6217-9031-4E87-A5A2-AAEA3E48D24A}" presName="vert1" presStyleCnt="0"/>
      <dgm:spPr/>
    </dgm:pt>
    <dgm:pt modelId="{A5167936-0031-4809-9244-7FC3CA2590DE}" type="pres">
      <dgm:prSet presAssocID="{DA923543-1812-4381-A405-E7C25C588B48}" presName="thickLine" presStyleLbl="alignNode1" presStyleIdx="5" presStyleCnt="7"/>
      <dgm:spPr/>
    </dgm:pt>
    <dgm:pt modelId="{5B6C3990-49C4-4C23-9B4E-D34C09217222}" type="pres">
      <dgm:prSet presAssocID="{DA923543-1812-4381-A405-E7C25C588B48}" presName="horz1" presStyleCnt="0"/>
      <dgm:spPr/>
    </dgm:pt>
    <dgm:pt modelId="{7B95D90E-7097-4BCF-B300-1AA20858A7A7}" type="pres">
      <dgm:prSet presAssocID="{DA923543-1812-4381-A405-E7C25C588B48}" presName="tx1" presStyleLbl="revTx" presStyleIdx="5" presStyleCnt="7"/>
      <dgm:spPr/>
    </dgm:pt>
    <dgm:pt modelId="{1EECC97F-CB98-4847-958B-25A568A8BE1A}" type="pres">
      <dgm:prSet presAssocID="{DA923543-1812-4381-A405-E7C25C588B48}" presName="vert1" presStyleCnt="0"/>
      <dgm:spPr/>
    </dgm:pt>
    <dgm:pt modelId="{F6D29161-946F-4F97-9715-BC188F063ED3}" type="pres">
      <dgm:prSet presAssocID="{C7E8184F-5869-4777-8279-D8C417B039C0}" presName="thickLine" presStyleLbl="alignNode1" presStyleIdx="6" presStyleCnt="7"/>
      <dgm:spPr/>
    </dgm:pt>
    <dgm:pt modelId="{2412F82F-8C18-4395-A592-E3F87D6D27F3}" type="pres">
      <dgm:prSet presAssocID="{C7E8184F-5869-4777-8279-D8C417B039C0}" presName="horz1" presStyleCnt="0"/>
      <dgm:spPr/>
    </dgm:pt>
    <dgm:pt modelId="{A9D03422-9F8F-4B43-8777-8CC1F4BC87EE}" type="pres">
      <dgm:prSet presAssocID="{C7E8184F-5869-4777-8279-D8C417B039C0}" presName="tx1" presStyleLbl="revTx" presStyleIdx="6" presStyleCnt="7"/>
      <dgm:spPr/>
    </dgm:pt>
    <dgm:pt modelId="{07442AF9-9E2F-43AC-9485-A4FBECC99923}" type="pres">
      <dgm:prSet presAssocID="{C7E8184F-5869-4777-8279-D8C417B039C0}" presName="vert1" presStyleCnt="0"/>
      <dgm:spPr/>
    </dgm:pt>
  </dgm:ptLst>
  <dgm:cxnLst>
    <dgm:cxn modelId="{4B632902-B5DB-4266-9CAB-0E8355DA882C}" srcId="{334ACA5F-26C4-4681-92CA-48511D720162}" destId="{BB4A6217-9031-4E87-A5A2-AAEA3E48D24A}" srcOrd="4" destOrd="0" parTransId="{8EE0DEA2-520C-4AFD-B66E-4013B34A6D39}" sibTransId="{7317C75E-FC94-4990-AA70-AB0135BF70A8}"/>
    <dgm:cxn modelId="{FF9CC904-B596-43BB-AAB3-84BAE6654539}" type="presOf" srcId="{B9BFD342-163F-4C71-AFB9-599F448A236F}" destId="{0B41EA67-9724-449A-8DD8-32A8D04FDEA8}" srcOrd="0" destOrd="0" presId="urn:microsoft.com/office/officeart/2008/layout/LinedList"/>
    <dgm:cxn modelId="{928A800C-2B41-4CD1-B99A-2BB7D0F99159}" type="presOf" srcId="{BB4A6217-9031-4E87-A5A2-AAEA3E48D24A}" destId="{A7D43A6E-B607-4574-B730-9A6ED84FFBFA}" srcOrd="0" destOrd="0" presId="urn:microsoft.com/office/officeart/2008/layout/LinedList"/>
    <dgm:cxn modelId="{14FCDA2F-A937-4A34-B76C-0ACBE51EA563}" srcId="{334ACA5F-26C4-4681-92CA-48511D720162}" destId="{BDD57871-2A2B-40DA-8E96-B62D5AAA9083}" srcOrd="1" destOrd="0" parTransId="{90460188-2F5B-4C09-A556-661F9A6A6FE8}" sibTransId="{AD52125E-D84D-4B4F-B532-F13BFC65941F}"/>
    <dgm:cxn modelId="{523BD25B-67AC-4C3B-8B66-C1A96DB48FD2}" type="presOf" srcId="{C7E8184F-5869-4777-8279-D8C417B039C0}" destId="{A9D03422-9F8F-4B43-8777-8CC1F4BC87EE}" srcOrd="0" destOrd="0" presId="urn:microsoft.com/office/officeart/2008/layout/LinedList"/>
    <dgm:cxn modelId="{147E845F-C443-42F1-92A6-010EB69A6EB4}" type="presOf" srcId="{D702D9FC-E4FA-4B57-A06F-D62E6760D722}" destId="{7049BF78-EA19-4CFE-99EF-F94E8ED1D5B5}" srcOrd="0" destOrd="0" presId="urn:microsoft.com/office/officeart/2008/layout/LinedList"/>
    <dgm:cxn modelId="{94737955-1E4C-4184-809B-26E76607C815}" type="presOf" srcId="{BE2C8414-DF73-40D3-87B5-45FDDA3A6119}" destId="{38027852-244F-4C98-94A3-CDAA7FF796AD}" srcOrd="0" destOrd="0" presId="urn:microsoft.com/office/officeart/2008/layout/LinedList"/>
    <dgm:cxn modelId="{F2013D9B-DB81-4AAD-90EB-AA45BCD537D4}" type="presOf" srcId="{BDD57871-2A2B-40DA-8E96-B62D5AAA9083}" destId="{64348217-1F2C-42DA-9996-7C6CF75EE2EA}" srcOrd="0" destOrd="0" presId="urn:microsoft.com/office/officeart/2008/layout/LinedList"/>
    <dgm:cxn modelId="{1715E0AE-B144-4E2A-9A93-871583757160}" srcId="{334ACA5F-26C4-4681-92CA-48511D720162}" destId="{DA923543-1812-4381-A405-E7C25C588B48}" srcOrd="5" destOrd="0" parTransId="{4B7CE4B2-CCB0-4AE7-B015-2E8ADA4758E0}" sibTransId="{06403C3D-5DD5-4B69-9E64-52BDA0D3EA2B}"/>
    <dgm:cxn modelId="{6E040DB2-910E-4C6E-AF89-7D074E6F011B}" srcId="{334ACA5F-26C4-4681-92CA-48511D720162}" destId="{BE2C8414-DF73-40D3-87B5-45FDDA3A6119}" srcOrd="3" destOrd="0" parTransId="{B75AC169-D6A1-4C1C-BE31-DA0FE6833C58}" sibTransId="{28CEE446-46A6-4AF1-A1BF-F58C90D8C855}"/>
    <dgm:cxn modelId="{D80CFBB8-F416-4BE9-AA4E-D42A43AF6AD9}" srcId="{334ACA5F-26C4-4681-92CA-48511D720162}" destId="{C7E8184F-5869-4777-8279-D8C417B039C0}" srcOrd="6" destOrd="0" parTransId="{2B2691F9-D6B3-4922-BACF-D494C5819289}" sibTransId="{AECEE8EE-5E2D-40AD-8FF6-D86847739716}"/>
    <dgm:cxn modelId="{085BC6B9-5CB3-4A97-9EBB-6956955F4AD4}" type="presOf" srcId="{334ACA5F-26C4-4681-92CA-48511D720162}" destId="{06637C3A-93C7-4105-BDAA-2758D7B47497}" srcOrd="0" destOrd="0" presId="urn:microsoft.com/office/officeart/2008/layout/LinedList"/>
    <dgm:cxn modelId="{7E0E4ADB-8B64-4B0E-A87B-CA5DBE36BE11}" srcId="{334ACA5F-26C4-4681-92CA-48511D720162}" destId="{D702D9FC-E4FA-4B57-A06F-D62E6760D722}" srcOrd="2" destOrd="0" parTransId="{090EBB2E-B33C-4400-9092-CD82B2804597}" sibTransId="{E4FD0E7C-9FC6-47D5-A1A7-7D1A7291180E}"/>
    <dgm:cxn modelId="{2AE27DEE-F1B1-4457-9CF7-B955E8FEDB4B}" type="presOf" srcId="{DA923543-1812-4381-A405-E7C25C588B48}" destId="{7B95D90E-7097-4BCF-B300-1AA20858A7A7}" srcOrd="0" destOrd="0" presId="urn:microsoft.com/office/officeart/2008/layout/LinedList"/>
    <dgm:cxn modelId="{9106BDEF-A9DF-4F7D-8D98-155BC03B7F9F}" srcId="{334ACA5F-26C4-4681-92CA-48511D720162}" destId="{B9BFD342-163F-4C71-AFB9-599F448A236F}" srcOrd="0" destOrd="0" parTransId="{66773010-EC3F-46C5-AFA9-82811CDFABA8}" sibTransId="{DD199EC1-DC5D-4440-9784-0C37756A799A}"/>
    <dgm:cxn modelId="{9DBFAF7F-F584-405C-8872-B1B773983A74}" type="presParOf" srcId="{06637C3A-93C7-4105-BDAA-2758D7B47497}" destId="{6C0FA9D9-7884-49AA-892A-62413BA7B2D8}" srcOrd="0" destOrd="0" presId="urn:microsoft.com/office/officeart/2008/layout/LinedList"/>
    <dgm:cxn modelId="{AC18460E-EF50-42F1-8D21-4A6F8E06FB2E}" type="presParOf" srcId="{06637C3A-93C7-4105-BDAA-2758D7B47497}" destId="{C1C5794D-5DA2-4E93-B36E-ACC724B4BABF}" srcOrd="1" destOrd="0" presId="urn:microsoft.com/office/officeart/2008/layout/LinedList"/>
    <dgm:cxn modelId="{C16CA05E-2E4A-4423-AC7D-C77AE3816B88}" type="presParOf" srcId="{C1C5794D-5DA2-4E93-B36E-ACC724B4BABF}" destId="{0B41EA67-9724-449A-8DD8-32A8D04FDEA8}" srcOrd="0" destOrd="0" presId="urn:microsoft.com/office/officeart/2008/layout/LinedList"/>
    <dgm:cxn modelId="{DFE44BDB-AA75-4C4D-B1C8-5C0037D50D14}" type="presParOf" srcId="{C1C5794D-5DA2-4E93-B36E-ACC724B4BABF}" destId="{4FEBF6A6-0BB2-47BE-8325-6521C118D748}" srcOrd="1" destOrd="0" presId="urn:microsoft.com/office/officeart/2008/layout/LinedList"/>
    <dgm:cxn modelId="{AC021B33-096C-4365-BEF3-E234F8716E56}" type="presParOf" srcId="{06637C3A-93C7-4105-BDAA-2758D7B47497}" destId="{7B953B56-1856-41FB-9828-2E59192F942D}" srcOrd="2" destOrd="0" presId="urn:microsoft.com/office/officeart/2008/layout/LinedList"/>
    <dgm:cxn modelId="{8A1C939D-5696-4A75-B548-D0AA8214EA8C}" type="presParOf" srcId="{06637C3A-93C7-4105-BDAA-2758D7B47497}" destId="{F8B6B656-720C-47C3-AD5D-BDF118EB99C6}" srcOrd="3" destOrd="0" presId="urn:microsoft.com/office/officeart/2008/layout/LinedList"/>
    <dgm:cxn modelId="{6544F046-9A43-4469-857D-41E2964CA56E}" type="presParOf" srcId="{F8B6B656-720C-47C3-AD5D-BDF118EB99C6}" destId="{64348217-1F2C-42DA-9996-7C6CF75EE2EA}" srcOrd="0" destOrd="0" presId="urn:microsoft.com/office/officeart/2008/layout/LinedList"/>
    <dgm:cxn modelId="{BA2894D5-93DB-4E6C-B721-A3D0BAF42498}" type="presParOf" srcId="{F8B6B656-720C-47C3-AD5D-BDF118EB99C6}" destId="{EBEE82D1-29B0-4BE2-AF04-66BE8CB63F0C}" srcOrd="1" destOrd="0" presId="urn:microsoft.com/office/officeart/2008/layout/LinedList"/>
    <dgm:cxn modelId="{FACF6AE4-ED91-495F-82D4-357BC3C3BC42}" type="presParOf" srcId="{06637C3A-93C7-4105-BDAA-2758D7B47497}" destId="{1D81D03A-A442-43E8-8855-1B27AF620D5E}" srcOrd="4" destOrd="0" presId="urn:microsoft.com/office/officeart/2008/layout/LinedList"/>
    <dgm:cxn modelId="{13096BD5-5A93-4AAC-A01E-8506DAC86F47}" type="presParOf" srcId="{06637C3A-93C7-4105-BDAA-2758D7B47497}" destId="{AA5EFCCE-1C61-42EF-BB65-2D9CE93240FF}" srcOrd="5" destOrd="0" presId="urn:microsoft.com/office/officeart/2008/layout/LinedList"/>
    <dgm:cxn modelId="{F91A4569-3C8F-4F7B-8E2C-2A4AB682F7DC}" type="presParOf" srcId="{AA5EFCCE-1C61-42EF-BB65-2D9CE93240FF}" destId="{7049BF78-EA19-4CFE-99EF-F94E8ED1D5B5}" srcOrd="0" destOrd="0" presId="urn:microsoft.com/office/officeart/2008/layout/LinedList"/>
    <dgm:cxn modelId="{E2B1EF63-0AC0-43F0-8FC0-8BAD2D0C7CDC}" type="presParOf" srcId="{AA5EFCCE-1C61-42EF-BB65-2D9CE93240FF}" destId="{24144964-77BB-404D-BC67-C43104719FDB}" srcOrd="1" destOrd="0" presId="urn:microsoft.com/office/officeart/2008/layout/LinedList"/>
    <dgm:cxn modelId="{E63D19DD-19A8-4F72-B79B-143223DC2931}" type="presParOf" srcId="{06637C3A-93C7-4105-BDAA-2758D7B47497}" destId="{5C5EF7FB-23BF-4D48-B65D-B5D126EF1DDA}" srcOrd="6" destOrd="0" presId="urn:microsoft.com/office/officeart/2008/layout/LinedList"/>
    <dgm:cxn modelId="{F84ECE38-8A0A-4E78-994A-D10BD530E37B}" type="presParOf" srcId="{06637C3A-93C7-4105-BDAA-2758D7B47497}" destId="{70C3959F-634A-46BE-BECD-B9BE5740C958}" srcOrd="7" destOrd="0" presId="urn:microsoft.com/office/officeart/2008/layout/LinedList"/>
    <dgm:cxn modelId="{6CADC4ED-3799-4FF3-AA87-AA07E87513CB}" type="presParOf" srcId="{70C3959F-634A-46BE-BECD-B9BE5740C958}" destId="{38027852-244F-4C98-94A3-CDAA7FF796AD}" srcOrd="0" destOrd="0" presId="urn:microsoft.com/office/officeart/2008/layout/LinedList"/>
    <dgm:cxn modelId="{4AC2EFF7-1FD2-40F2-9672-5E9D914E6D0B}" type="presParOf" srcId="{70C3959F-634A-46BE-BECD-B9BE5740C958}" destId="{C53B4D60-0E94-4629-96A5-DE43C0D5960C}" srcOrd="1" destOrd="0" presId="urn:microsoft.com/office/officeart/2008/layout/LinedList"/>
    <dgm:cxn modelId="{D6DD75C0-707B-4DE8-801C-3FFF4FBA7113}" type="presParOf" srcId="{06637C3A-93C7-4105-BDAA-2758D7B47497}" destId="{72B27889-EE8A-4EB0-8E9F-FFCF684F3141}" srcOrd="8" destOrd="0" presId="urn:microsoft.com/office/officeart/2008/layout/LinedList"/>
    <dgm:cxn modelId="{84A86BF7-715A-46F6-8F09-72DD6CD2AE7F}" type="presParOf" srcId="{06637C3A-93C7-4105-BDAA-2758D7B47497}" destId="{5B63ACF8-6417-4192-AFF0-C05E1E32895F}" srcOrd="9" destOrd="0" presId="urn:microsoft.com/office/officeart/2008/layout/LinedList"/>
    <dgm:cxn modelId="{FF7992FC-0F7C-489B-97BC-9F0E03F04C66}" type="presParOf" srcId="{5B63ACF8-6417-4192-AFF0-C05E1E32895F}" destId="{A7D43A6E-B607-4574-B730-9A6ED84FFBFA}" srcOrd="0" destOrd="0" presId="urn:microsoft.com/office/officeart/2008/layout/LinedList"/>
    <dgm:cxn modelId="{D67705A2-000F-4A5E-A95B-B9231BD5B2BB}" type="presParOf" srcId="{5B63ACF8-6417-4192-AFF0-C05E1E32895F}" destId="{467C32EB-EEF9-460B-A2E7-AA5DFB7D1DBC}" srcOrd="1" destOrd="0" presId="urn:microsoft.com/office/officeart/2008/layout/LinedList"/>
    <dgm:cxn modelId="{162BCF84-5101-44AE-B268-DBD706E7C37C}" type="presParOf" srcId="{06637C3A-93C7-4105-BDAA-2758D7B47497}" destId="{A5167936-0031-4809-9244-7FC3CA2590DE}" srcOrd="10" destOrd="0" presId="urn:microsoft.com/office/officeart/2008/layout/LinedList"/>
    <dgm:cxn modelId="{C74FC9F7-AC95-4E2E-ABC9-F070D8B5AFC3}" type="presParOf" srcId="{06637C3A-93C7-4105-BDAA-2758D7B47497}" destId="{5B6C3990-49C4-4C23-9B4E-D34C09217222}" srcOrd="11" destOrd="0" presId="urn:microsoft.com/office/officeart/2008/layout/LinedList"/>
    <dgm:cxn modelId="{20B4B2AC-E125-4747-B099-F9BA5974CB07}" type="presParOf" srcId="{5B6C3990-49C4-4C23-9B4E-D34C09217222}" destId="{7B95D90E-7097-4BCF-B300-1AA20858A7A7}" srcOrd="0" destOrd="0" presId="urn:microsoft.com/office/officeart/2008/layout/LinedList"/>
    <dgm:cxn modelId="{1113D459-3267-4DDE-8360-259D77FFE54E}" type="presParOf" srcId="{5B6C3990-49C4-4C23-9B4E-D34C09217222}" destId="{1EECC97F-CB98-4847-958B-25A568A8BE1A}" srcOrd="1" destOrd="0" presId="urn:microsoft.com/office/officeart/2008/layout/LinedList"/>
    <dgm:cxn modelId="{166EFEC5-24E5-4668-A914-2FA2A0FB9F38}" type="presParOf" srcId="{06637C3A-93C7-4105-BDAA-2758D7B47497}" destId="{F6D29161-946F-4F97-9715-BC188F063ED3}" srcOrd="12" destOrd="0" presId="urn:microsoft.com/office/officeart/2008/layout/LinedList"/>
    <dgm:cxn modelId="{F3F09F67-D3D0-471D-A66B-C078EACA2812}" type="presParOf" srcId="{06637C3A-93C7-4105-BDAA-2758D7B47497}" destId="{2412F82F-8C18-4395-A592-E3F87D6D27F3}" srcOrd="13" destOrd="0" presId="urn:microsoft.com/office/officeart/2008/layout/LinedList"/>
    <dgm:cxn modelId="{638F75BE-F9B5-4014-A25F-A795A4386A06}" type="presParOf" srcId="{2412F82F-8C18-4395-A592-E3F87D6D27F3}" destId="{A9D03422-9F8F-4B43-8777-8CC1F4BC87EE}" srcOrd="0" destOrd="0" presId="urn:microsoft.com/office/officeart/2008/layout/LinedList"/>
    <dgm:cxn modelId="{64B5093A-A270-42FC-9130-1CB269CABCB9}" type="presParOf" srcId="{2412F82F-8C18-4395-A592-E3F87D6D27F3}" destId="{07442AF9-9E2F-43AC-9485-A4FBECC9992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14D91A-CD2C-4652-B353-447BC3B4BA5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ABF226-CA80-4EAE-9E85-6B2B5F52AE95}">
      <dgm:prSet/>
      <dgm:spPr/>
      <dgm:t>
        <a:bodyPr/>
        <a:lstStyle/>
        <a:p>
          <a:r>
            <a:rPr lang="en-IN"/>
            <a:t>LNI Style Guide – Gesellschaft für Informatik e.V.</a:t>
          </a:r>
          <a:endParaRPr lang="en-US"/>
        </a:p>
      </dgm:t>
    </dgm:pt>
    <dgm:pt modelId="{6F7E2668-A09F-4BE3-B693-5E9F349C8AAC}" type="parTrans" cxnId="{8F8BF0ED-DB00-4657-A63A-BBD7297FCBD5}">
      <dgm:prSet/>
      <dgm:spPr/>
      <dgm:t>
        <a:bodyPr/>
        <a:lstStyle/>
        <a:p>
          <a:endParaRPr lang="en-US"/>
        </a:p>
      </dgm:t>
    </dgm:pt>
    <dgm:pt modelId="{93BD818F-8986-4262-8185-141143238BE8}" type="sibTrans" cxnId="{8F8BF0ED-DB00-4657-A63A-BBD7297FCBD5}">
      <dgm:prSet/>
      <dgm:spPr/>
      <dgm:t>
        <a:bodyPr/>
        <a:lstStyle/>
        <a:p>
          <a:endParaRPr lang="en-US"/>
        </a:p>
      </dgm:t>
    </dgm:pt>
    <dgm:pt modelId="{F5E42EF7-B1B7-45C9-8B76-837124328040}">
      <dgm:prSet/>
      <dgm:spPr/>
      <dgm:t>
        <a:bodyPr/>
        <a:lstStyle/>
        <a:p>
          <a:r>
            <a:rPr lang="en-IN"/>
            <a:t>RefChecker – inspiration for LLM‑based verification</a:t>
          </a:r>
          <a:endParaRPr lang="en-US"/>
        </a:p>
      </dgm:t>
    </dgm:pt>
    <dgm:pt modelId="{9FCDB86E-013B-47C9-95B4-A0B00C05546A}" type="parTrans" cxnId="{5EC74D1A-FEFC-475B-BFB9-7DF394BFD51A}">
      <dgm:prSet/>
      <dgm:spPr/>
      <dgm:t>
        <a:bodyPr/>
        <a:lstStyle/>
        <a:p>
          <a:endParaRPr lang="en-US"/>
        </a:p>
      </dgm:t>
    </dgm:pt>
    <dgm:pt modelId="{4D46D2A4-1A88-4100-B16F-AAA8BA9F5726}" type="sibTrans" cxnId="{5EC74D1A-FEFC-475B-BFB9-7DF394BFD51A}">
      <dgm:prSet/>
      <dgm:spPr/>
      <dgm:t>
        <a:bodyPr/>
        <a:lstStyle/>
        <a:p>
          <a:endParaRPr lang="en-US"/>
        </a:p>
      </dgm:t>
    </dgm:pt>
    <dgm:pt modelId="{83F6CDCC-119C-4548-A845-B9E397EB5D07}">
      <dgm:prSet/>
      <dgm:spPr/>
      <dgm:t>
        <a:bodyPr/>
        <a:lstStyle/>
        <a:p>
          <a:r>
            <a:rPr lang="en-IN"/>
            <a:t>CrossRef, Semantic Scholar, OpenAlex, DBLP – free APIs</a:t>
          </a:r>
          <a:endParaRPr lang="en-US"/>
        </a:p>
      </dgm:t>
    </dgm:pt>
    <dgm:pt modelId="{C1092565-02AA-4B3A-A880-2B3849C6CBC9}" type="parTrans" cxnId="{14707D39-1535-4945-A1EA-04D4F58B36E1}">
      <dgm:prSet/>
      <dgm:spPr/>
      <dgm:t>
        <a:bodyPr/>
        <a:lstStyle/>
        <a:p>
          <a:endParaRPr lang="en-US"/>
        </a:p>
      </dgm:t>
    </dgm:pt>
    <dgm:pt modelId="{F2F72864-DFCE-4E5C-A6B7-69AA26F6A7C3}" type="sibTrans" cxnId="{14707D39-1535-4945-A1EA-04D4F58B36E1}">
      <dgm:prSet/>
      <dgm:spPr/>
      <dgm:t>
        <a:bodyPr/>
        <a:lstStyle/>
        <a:p>
          <a:endParaRPr lang="en-US"/>
        </a:p>
      </dgm:t>
    </dgm:pt>
    <dgm:pt modelId="{E2F020BA-10F6-48E6-AD1D-F4D65A331EC7}">
      <dgm:prSet/>
      <dgm:spPr/>
      <dgm:t>
        <a:bodyPr/>
        <a:lstStyle/>
        <a:p>
          <a:r>
            <a:rPr lang="en-IN"/>
            <a:t>Groq (LLaMA) and Google Gemini – free AI tiers</a:t>
          </a:r>
          <a:endParaRPr lang="en-US"/>
        </a:p>
      </dgm:t>
    </dgm:pt>
    <dgm:pt modelId="{49BC4F69-48E8-4F86-8795-894E50C2ED2F}" type="parTrans" cxnId="{8B0DBBD7-0704-4DFB-AC24-0F2DE56D9333}">
      <dgm:prSet/>
      <dgm:spPr/>
      <dgm:t>
        <a:bodyPr/>
        <a:lstStyle/>
        <a:p>
          <a:endParaRPr lang="en-US"/>
        </a:p>
      </dgm:t>
    </dgm:pt>
    <dgm:pt modelId="{606EA695-47F0-4FEE-98A2-8091EABEF19B}" type="sibTrans" cxnId="{8B0DBBD7-0704-4DFB-AC24-0F2DE56D9333}">
      <dgm:prSet/>
      <dgm:spPr/>
      <dgm:t>
        <a:bodyPr/>
        <a:lstStyle/>
        <a:p>
          <a:endParaRPr lang="en-US"/>
        </a:p>
      </dgm:t>
    </dgm:pt>
    <dgm:pt modelId="{7AFB3C35-A9BA-4A41-AD27-AF9C663D8E81}">
      <dgm:prSet/>
      <dgm:spPr/>
      <dgm:t>
        <a:bodyPr/>
        <a:lstStyle/>
        <a:p>
          <a:r>
            <a:rPr lang="en-IN"/>
            <a:t>Fonts: IBM Plex Sans &amp; Mono</a:t>
          </a:r>
          <a:endParaRPr lang="en-US"/>
        </a:p>
      </dgm:t>
    </dgm:pt>
    <dgm:pt modelId="{714F9CFD-0139-439C-9878-275A99E14330}" type="parTrans" cxnId="{17971B10-3D78-4977-AAD7-FC60ECECDFC8}">
      <dgm:prSet/>
      <dgm:spPr/>
      <dgm:t>
        <a:bodyPr/>
        <a:lstStyle/>
        <a:p>
          <a:endParaRPr lang="en-US"/>
        </a:p>
      </dgm:t>
    </dgm:pt>
    <dgm:pt modelId="{01FA98F4-D21C-485F-BF57-85B87658FE50}" type="sibTrans" cxnId="{17971B10-3D78-4977-AAD7-FC60ECECDFC8}">
      <dgm:prSet/>
      <dgm:spPr/>
      <dgm:t>
        <a:bodyPr/>
        <a:lstStyle/>
        <a:p>
          <a:endParaRPr lang="en-US"/>
        </a:p>
      </dgm:t>
    </dgm:pt>
    <dgm:pt modelId="{DE8D5AF1-5221-4031-B3E6-FB0309A84EAB}">
      <dgm:prSet/>
      <dgm:spPr/>
      <dgm:t>
        <a:bodyPr/>
        <a:lstStyle/>
        <a:p>
          <a:r>
            <a:rPr lang="en-IN"/>
            <a:t>Icons: standard Unicode</a:t>
          </a:r>
          <a:endParaRPr lang="en-US"/>
        </a:p>
      </dgm:t>
    </dgm:pt>
    <dgm:pt modelId="{D598B620-2A67-4794-B695-38105BDAFDF6}" type="parTrans" cxnId="{1B2871B5-A9A4-48B1-B10B-E797D4A9C5C2}">
      <dgm:prSet/>
      <dgm:spPr/>
      <dgm:t>
        <a:bodyPr/>
        <a:lstStyle/>
        <a:p>
          <a:endParaRPr lang="en-US"/>
        </a:p>
      </dgm:t>
    </dgm:pt>
    <dgm:pt modelId="{A3B23AE1-10C7-4660-B9C1-257E8D751856}" type="sibTrans" cxnId="{1B2871B5-A9A4-48B1-B10B-E797D4A9C5C2}">
      <dgm:prSet/>
      <dgm:spPr/>
      <dgm:t>
        <a:bodyPr/>
        <a:lstStyle/>
        <a:p>
          <a:endParaRPr lang="en-US"/>
        </a:p>
      </dgm:t>
    </dgm:pt>
    <dgm:pt modelId="{2D4F9BAC-3365-4CEB-B586-C06313B6B770}">
      <dgm:prSet/>
      <dgm:spPr/>
      <dgm:t>
        <a:bodyPr/>
        <a:lstStyle/>
        <a:p>
          <a:r>
            <a:rPr lang="en-IN" b="1"/>
            <a:t>Project repository:</a:t>
          </a:r>
          <a:r>
            <a:rPr lang="en-IN"/>
            <a:t> (provided separately)</a:t>
          </a:r>
          <a:br>
            <a:rPr lang="en-IN"/>
          </a:br>
          <a:endParaRPr lang="en-US"/>
        </a:p>
      </dgm:t>
    </dgm:pt>
    <dgm:pt modelId="{64E75D90-8F05-454A-82F1-B0B666528F75}" type="parTrans" cxnId="{47F27277-54AC-4B5F-8AA8-BF7B2CE24F9B}">
      <dgm:prSet/>
      <dgm:spPr/>
      <dgm:t>
        <a:bodyPr/>
        <a:lstStyle/>
        <a:p>
          <a:endParaRPr lang="en-US"/>
        </a:p>
      </dgm:t>
    </dgm:pt>
    <dgm:pt modelId="{3F54DFB0-4ECC-4136-AD9C-BFF0A343108D}" type="sibTrans" cxnId="{47F27277-54AC-4B5F-8AA8-BF7B2CE24F9B}">
      <dgm:prSet/>
      <dgm:spPr/>
      <dgm:t>
        <a:bodyPr/>
        <a:lstStyle/>
        <a:p>
          <a:endParaRPr lang="en-US"/>
        </a:p>
      </dgm:t>
    </dgm:pt>
    <dgm:pt modelId="{5DAC0D61-F387-404E-AC43-95AE43B1C933}" type="pres">
      <dgm:prSet presAssocID="{2814D91A-CD2C-4652-B353-447BC3B4BA52}" presName="vert0" presStyleCnt="0">
        <dgm:presLayoutVars>
          <dgm:dir/>
          <dgm:animOne val="branch"/>
          <dgm:animLvl val="lvl"/>
        </dgm:presLayoutVars>
      </dgm:prSet>
      <dgm:spPr/>
    </dgm:pt>
    <dgm:pt modelId="{0EE80906-F665-4F90-A5C6-B2286B565575}" type="pres">
      <dgm:prSet presAssocID="{FDABF226-CA80-4EAE-9E85-6B2B5F52AE95}" presName="thickLine" presStyleLbl="alignNode1" presStyleIdx="0" presStyleCnt="7"/>
      <dgm:spPr/>
    </dgm:pt>
    <dgm:pt modelId="{C95E909A-31EB-4F38-B851-FD5C9C37E842}" type="pres">
      <dgm:prSet presAssocID="{FDABF226-CA80-4EAE-9E85-6B2B5F52AE95}" presName="horz1" presStyleCnt="0"/>
      <dgm:spPr/>
    </dgm:pt>
    <dgm:pt modelId="{0F4AAB0A-3F63-469B-BB1F-44702FF85316}" type="pres">
      <dgm:prSet presAssocID="{FDABF226-CA80-4EAE-9E85-6B2B5F52AE95}" presName="tx1" presStyleLbl="revTx" presStyleIdx="0" presStyleCnt="7"/>
      <dgm:spPr/>
    </dgm:pt>
    <dgm:pt modelId="{55AE7A70-51E9-40DD-834C-5C8A698314B4}" type="pres">
      <dgm:prSet presAssocID="{FDABF226-CA80-4EAE-9E85-6B2B5F52AE95}" presName="vert1" presStyleCnt="0"/>
      <dgm:spPr/>
    </dgm:pt>
    <dgm:pt modelId="{02B87283-66B1-4041-95B6-AB135856949E}" type="pres">
      <dgm:prSet presAssocID="{F5E42EF7-B1B7-45C9-8B76-837124328040}" presName="thickLine" presStyleLbl="alignNode1" presStyleIdx="1" presStyleCnt="7"/>
      <dgm:spPr/>
    </dgm:pt>
    <dgm:pt modelId="{1D0B60E6-298F-484F-AE57-ED4504B78904}" type="pres">
      <dgm:prSet presAssocID="{F5E42EF7-B1B7-45C9-8B76-837124328040}" presName="horz1" presStyleCnt="0"/>
      <dgm:spPr/>
    </dgm:pt>
    <dgm:pt modelId="{312B32F9-0777-41DE-A173-20D505407587}" type="pres">
      <dgm:prSet presAssocID="{F5E42EF7-B1B7-45C9-8B76-837124328040}" presName="tx1" presStyleLbl="revTx" presStyleIdx="1" presStyleCnt="7"/>
      <dgm:spPr/>
    </dgm:pt>
    <dgm:pt modelId="{F022E942-0C1A-4B5C-8D51-EA4D6FCBD0A0}" type="pres">
      <dgm:prSet presAssocID="{F5E42EF7-B1B7-45C9-8B76-837124328040}" presName="vert1" presStyleCnt="0"/>
      <dgm:spPr/>
    </dgm:pt>
    <dgm:pt modelId="{827CB8F1-9323-4A49-A5E0-7C83A1833A7D}" type="pres">
      <dgm:prSet presAssocID="{83F6CDCC-119C-4548-A845-B9E397EB5D07}" presName="thickLine" presStyleLbl="alignNode1" presStyleIdx="2" presStyleCnt="7"/>
      <dgm:spPr/>
    </dgm:pt>
    <dgm:pt modelId="{3D15B87E-2153-42E5-B393-55793A410658}" type="pres">
      <dgm:prSet presAssocID="{83F6CDCC-119C-4548-A845-B9E397EB5D07}" presName="horz1" presStyleCnt="0"/>
      <dgm:spPr/>
    </dgm:pt>
    <dgm:pt modelId="{869CF748-7488-4C46-A376-AFF01B0174A1}" type="pres">
      <dgm:prSet presAssocID="{83F6CDCC-119C-4548-A845-B9E397EB5D07}" presName="tx1" presStyleLbl="revTx" presStyleIdx="2" presStyleCnt="7"/>
      <dgm:spPr/>
    </dgm:pt>
    <dgm:pt modelId="{02F0748A-312F-4202-A4B1-447EA669FBD6}" type="pres">
      <dgm:prSet presAssocID="{83F6CDCC-119C-4548-A845-B9E397EB5D07}" presName="vert1" presStyleCnt="0"/>
      <dgm:spPr/>
    </dgm:pt>
    <dgm:pt modelId="{FFE07BE8-6980-49AD-AE40-E7FEAEF559FB}" type="pres">
      <dgm:prSet presAssocID="{E2F020BA-10F6-48E6-AD1D-F4D65A331EC7}" presName="thickLine" presStyleLbl="alignNode1" presStyleIdx="3" presStyleCnt="7"/>
      <dgm:spPr/>
    </dgm:pt>
    <dgm:pt modelId="{DC81433C-347E-4274-9FF0-393ED6420C86}" type="pres">
      <dgm:prSet presAssocID="{E2F020BA-10F6-48E6-AD1D-F4D65A331EC7}" presName="horz1" presStyleCnt="0"/>
      <dgm:spPr/>
    </dgm:pt>
    <dgm:pt modelId="{9D28DFA6-45B2-4A73-BC6D-6551C5949754}" type="pres">
      <dgm:prSet presAssocID="{E2F020BA-10F6-48E6-AD1D-F4D65A331EC7}" presName="tx1" presStyleLbl="revTx" presStyleIdx="3" presStyleCnt="7"/>
      <dgm:spPr/>
    </dgm:pt>
    <dgm:pt modelId="{B9A45C6C-89E9-4080-A27E-E7669F22D8A9}" type="pres">
      <dgm:prSet presAssocID="{E2F020BA-10F6-48E6-AD1D-F4D65A331EC7}" presName="vert1" presStyleCnt="0"/>
      <dgm:spPr/>
    </dgm:pt>
    <dgm:pt modelId="{8288992E-A1BC-4716-B911-11907B3AFC2C}" type="pres">
      <dgm:prSet presAssocID="{7AFB3C35-A9BA-4A41-AD27-AF9C663D8E81}" presName="thickLine" presStyleLbl="alignNode1" presStyleIdx="4" presStyleCnt="7"/>
      <dgm:spPr/>
    </dgm:pt>
    <dgm:pt modelId="{FAE0F4D0-61DB-4581-A52E-5B557D4781EC}" type="pres">
      <dgm:prSet presAssocID="{7AFB3C35-A9BA-4A41-AD27-AF9C663D8E81}" presName="horz1" presStyleCnt="0"/>
      <dgm:spPr/>
    </dgm:pt>
    <dgm:pt modelId="{16118CFB-7752-49DD-BB91-CAD3F90628E3}" type="pres">
      <dgm:prSet presAssocID="{7AFB3C35-A9BA-4A41-AD27-AF9C663D8E81}" presName="tx1" presStyleLbl="revTx" presStyleIdx="4" presStyleCnt="7"/>
      <dgm:spPr/>
    </dgm:pt>
    <dgm:pt modelId="{0B4AA41D-4913-4DA6-AAF3-DB178C570BE7}" type="pres">
      <dgm:prSet presAssocID="{7AFB3C35-A9BA-4A41-AD27-AF9C663D8E81}" presName="vert1" presStyleCnt="0"/>
      <dgm:spPr/>
    </dgm:pt>
    <dgm:pt modelId="{809236C0-D038-4C69-8FF0-B5D18AC9B029}" type="pres">
      <dgm:prSet presAssocID="{DE8D5AF1-5221-4031-B3E6-FB0309A84EAB}" presName="thickLine" presStyleLbl="alignNode1" presStyleIdx="5" presStyleCnt="7"/>
      <dgm:spPr/>
    </dgm:pt>
    <dgm:pt modelId="{2897779C-52BA-4B62-BCB7-DACE34229A5D}" type="pres">
      <dgm:prSet presAssocID="{DE8D5AF1-5221-4031-B3E6-FB0309A84EAB}" presName="horz1" presStyleCnt="0"/>
      <dgm:spPr/>
    </dgm:pt>
    <dgm:pt modelId="{D475B464-0099-4347-A0C3-640FB6264887}" type="pres">
      <dgm:prSet presAssocID="{DE8D5AF1-5221-4031-B3E6-FB0309A84EAB}" presName="tx1" presStyleLbl="revTx" presStyleIdx="5" presStyleCnt="7"/>
      <dgm:spPr/>
    </dgm:pt>
    <dgm:pt modelId="{D36C7E04-9B5D-4C19-A2FD-FB3EADE1C048}" type="pres">
      <dgm:prSet presAssocID="{DE8D5AF1-5221-4031-B3E6-FB0309A84EAB}" presName="vert1" presStyleCnt="0"/>
      <dgm:spPr/>
    </dgm:pt>
    <dgm:pt modelId="{A8C173AB-CC24-4CE3-ABBF-E2C57987B5AF}" type="pres">
      <dgm:prSet presAssocID="{2D4F9BAC-3365-4CEB-B586-C06313B6B770}" presName="thickLine" presStyleLbl="alignNode1" presStyleIdx="6" presStyleCnt="7"/>
      <dgm:spPr/>
    </dgm:pt>
    <dgm:pt modelId="{EC897B61-2FB6-449D-A641-4F6B55E87DCB}" type="pres">
      <dgm:prSet presAssocID="{2D4F9BAC-3365-4CEB-B586-C06313B6B770}" presName="horz1" presStyleCnt="0"/>
      <dgm:spPr/>
    </dgm:pt>
    <dgm:pt modelId="{F2314F7D-479B-431F-A83F-7BAFDFD78BA0}" type="pres">
      <dgm:prSet presAssocID="{2D4F9BAC-3365-4CEB-B586-C06313B6B770}" presName="tx1" presStyleLbl="revTx" presStyleIdx="6" presStyleCnt="7"/>
      <dgm:spPr/>
    </dgm:pt>
    <dgm:pt modelId="{C983626A-3852-44F9-9839-BCD8CE578AFE}" type="pres">
      <dgm:prSet presAssocID="{2D4F9BAC-3365-4CEB-B586-C06313B6B770}" presName="vert1" presStyleCnt="0"/>
      <dgm:spPr/>
    </dgm:pt>
  </dgm:ptLst>
  <dgm:cxnLst>
    <dgm:cxn modelId="{17971B10-3D78-4977-AAD7-FC60ECECDFC8}" srcId="{2814D91A-CD2C-4652-B353-447BC3B4BA52}" destId="{7AFB3C35-A9BA-4A41-AD27-AF9C663D8E81}" srcOrd="4" destOrd="0" parTransId="{714F9CFD-0139-439C-9878-275A99E14330}" sibTransId="{01FA98F4-D21C-485F-BF57-85B87658FE50}"/>
    <dgm:cxn modelId="{50B02214-DB8A-49AB-8248-316034F83317}" type="presOf" srcId="{7AFB3C35-A9BA-4A41-AD27-AF9C663D8E81}" destId="{16118CFB-7752-49DD-BB91-CAD3F90628E3}" srcOrd="0" destOrd="0" presId="urn:microsoft.com/office/officeart/2008/layout/LinedList"/>
    <dgm:cxn modelId="{5EC74D1A-FEFC-475B-BFB9-7DF394BFD51A}" srcId="{2814D91A-CD2C-4652-B353-447BC3B4BA52}" destId="{F5E42EF7-B1B7-45C9-8B76-837124328040}" srcOrd="1" destOrd="0" parTransId="{9FCDB86E-013B-47C9-95B4-A0B00C05546A}" sibTransId="{4D46D2A4-1A88-4100-B16F-AAA8BA9F5726}"/>
    <dgm:cxn modelId="{386A4135-A65A-4CCD-832E-B00E7B481D86}" type="presOf" srcId="{FDABF226-CA80-4EAE-9E85-6B2B5F52AE95}" destId="{0F4AAB0A-3F63-469B-BB1F-44702FF85316}" srcOrd="0" destOrd="0" presId="urn:microsoft.com/office/officeart/2008/layout/LinedList"/>
    <dgm:cxn modelId="{14707D39-1535-4945-A1EA-04D4F58B36E1}" srcId="{2814D91A-CD2C-4652-B353-447BC3B4BA52}" destId="{83F6CDCC-119C-4548-A845-B9E397EB5D07}" srcOrd="2" destOrd="0" parTransId="{C1092565-02AA-4B3A-A880-2B3849C6CBC9}" sibTransId="{F2F72864-DFCE-4E5C-A6B7-69AA26F6A7C3}"/>
    <dgm:cxn modelId="{7E5FBA6F-94A5-4A34-BBE7-A3E34931D601}" type="presOf" srcId="{2D4F9BAC-3365-4CEB-B586-C06313B6B770}" destId="{F2314F7D-479B-431F-A83F-7BAFDFD78BA0}" srcOrd="0" destOrd="0" presId="urn:microsoft.com/office/officeart/2008/layout/LinedList"/>
    <dgm:cxn modelId="{47F27277-54AC-4B5F-8AA8-BF7B2CE24F9B}" srcId="{2814D91A-CD2C-4652-B353-447BC3B4BA52}" destId="{2D4F9BAC-3365-4CEB-B586-C06313B6B770}" srcOrd="6" destOrd="0" parTransId="{64E75D90-8F05-454A-82F1-B0B666528F75}" sibTransId="{3F54DFB0-4ECC-4136-AD9C-BFF0A343108D}"/>
    <dgm:cxn modelId="{33482B83-D795-4D29-B053-469FC64EAC6A}" type="presOf" srcId="{E2F020BA-10F6-48E6-AD1D-F4D65A331EC7}" destId="{9D28DFA6-45B2-4A73-BC6D-6551C5949754}" srcOrd="0" destOrd="0" presId="urn:microsoft.com/office/officeart/2008/layout/LinedList"/>
    <dgm:cxn modelId="{5BD5E494-A8FA-4096-BEED-46B849417D65}" type="presOf" srcId="{83F6CDCC-119C-4548-A845-B9E397EB5D07}" destId="{869CF748-7488-4C46-A376-AFF01B0174A1}" srcOrd="0" destOrd="0" presId="urn:microsoft.com/office/officeart/2008/layout/LinedList"/>
    <dgm:cxn modelId="{5E3695A7-E8C4-4483-B419-C124BA951F8E}" type="presOf" srcId="{DE8D5AF1-5221-4031-B3E6-FB0309A84EAB}" destId="{D475B464-0099-4347-A0C3-640FB6264887}" srcOrd="0" destOrd="0" presId="urn:microsoft.com/office/officeart/2008/layout/LinedList"/>
    <dgm:cxn modelId="{1B2871B5-A9A4-48B1-B10B-E797D4A9C5C2}" srcId="{2814D91A-CD2C-4652-B353-447BC3B4BA52}" destId="{DE8D5AF1-5221-4031-B3E6-FB0309A84EAB}" srcOrd="5" destOrd="0" parTransId="{D598B620-2A67-4794-B695-38105BDAFDF6}" sibTransId="{A3B23AE1-10C7-4660-B9C1-257E8D751856}"/>
    <dgm:cxn modelId="{8B0DBBD7-0704-4DFB-AC24-0F2DE56D9333}" srcId="{2814D91A-CD2C-4652-B353-447BC3B4BA52}" destId="{E2F020BA-10F6-48E6-AD1D-F4D65A331EC7}" srcOrd="3" destOrd="0" parTransId="{49BC4F69-48E8-4F86-8795-894E50C2ED2F}" sibTransId="{606EA695-47F0-4FEE-98A2-8091EABEF19B}"/>
    <dgm:cxn modelId="{4001C7E5-1419-4A66-A0DF-80665061F187}" type="presOf" srcId="{2814D91A-CD2C-4652-B353-447BC3B4BA52}" destId="{5DAC0D61-F387-404E-AC43-95AE43B1C933}" srcOrd="0" destOrd="0" presId="urn:microsoft.com/office/officeart/2008/layout/LinedList"/>
    <dgm:cxn modelId="{8F8BF0ED-DB00-4657-A63A-BBD7297FCBD5}" srcId="{2814D91A-CD2C-4652-B353-447BC3B4BA52}" destId="{FDABF226-CA80-4EAE-9E85-6B2B5F52AE95}" srcOrd="0" destOrd="0" parTransId="{6F7E2668-A09F-4BE3-B693-5E9F349C8AAC}" sibTransId="{93BD818F-8986-4262-8185-141143238BE8}"/>
    <dgm:cxn modelId="{E76F0EF8-8F9A-4BCC-A74D-8680F9C51F5B}" type="presOf" srcId="{F5E42EF7-B1B7-45C9-8B76-837124328040}" destId="{312B32F9-0777-41DE-A173-20D505407587}" srcOrd="0" destOrd="0" presId="urn:microsoft.com/office/officeart/2008/layout/LinedList"/>
    <dgm:cxn modelId="{F9D84FB7-2171-4493-88DE-B54095E4C528}" type="presParOf" srcId="{5DAC0D61-F387-404E-AC43-95AE43B1C933}" destId="{0EE80906-F665-4F90-A5C6-B2286B565575}" srcOrd="0" destOrd="0" presId="urn:microsoft.com/office/officeart/2008/layout/LinedList"/>
    <dgm:cxn modelId="{67DA6289-B785-428D-BD10-505AF8834AA3}" type="presParOf" srcId="{5DAC0D61-F387-404E-AC43-95AE43B1C933}" destId="{C95E909A-31EB-4F38-B851-FD5C9C37E842}" srcOrd="1" destOrd="0" presId="urn:microsoft.com/office/officeart/2008/layout/LinedList"/>
    <dgm:cxn modelId="{9D5809FF-9E38-43F8-8FDB-91109B4CE749}" type="presParOf" srcId="{C95E909A-31EB-4F38-B851-FD5C9C37E842}" destId="{0F4AAB0A-3F63-469B-BB1F-44702FF85316}" srcOrd="0" destOrd="0" presId="urn:microsoft.com/office/officeart/2008/layout/LinedList"/>
    <dgm:cxn modelId="{3A41F374-0C9B-40D9-A687-6807388496DC}" type="presParOf" srcId="{C95E909A-31EB-4F38-B851-FD5C9C37E842}" destId="{55AE7A70-51E9-40DD-834C-5C8A698314B4}" srcOrd="1" destOrd="0" presId="urn:microsoft.com/office/officeart/2008/layout/LinedList"/>
    <dgm:cxn modelId="{7EB26293-C6F8-4758-9937-72C55E0863B5}" type="presParOf" srcId="{5DAC0D61-F387-404E-AC43-95AE43B1C933}" destId="{02B87283-66B1-4041-95B6-AB135856949E}" srcOrd="2" destOrd="0" presId="urn:microsoft.com/office/officeart/2008/layout/LinedList"/>
    <dgm:cxn modelId="{6F2C76A4-0E03-446A-9923-DC5B1514449B}" type="presParOf" srcId="{5DAC0D61-F387-404E-AC43-95AE43B1C933}" destId="{1D0B60E6-298F-484F-AE57-ED4504B78904}" srcOrd="3" destOrd="0" presId="urn:microsoft.com/office/officeart/2008/layout/LinedList"/>
    <dgm:cxn modelId="{2C01A179-90E4-4586-A83B-BEC298B93189}" type="presParOf" srcId="{1D0B60E6-298F-484F-AE57-ED4504B78904}" destId="{312B32F9-0777-41DE-A173-20D505407587}" srcOrd="0" destOrd="0" presId="urn:microsoft.com/office/officeart/2008/layout/LinedList"/>
    <dgm:cxn modelId="{F91FA0E0-4CCA-4B1C-853D-3C9900C32101}" type="presParOf" srcId="{1D0B60E6-298F-484F-AE57-ED4504B78904}" destId="{F022E942-0C1A-4B5C-8D51-EA4D6FCBD0A0}" srcOrd="1" destOrd="0" presId="urn:microsoft.com/office/officeart/2008/layout/LinedList"/>
    <dgm:cxn modelId="{A43A7B73-3739-4CDC-B618-DCC7B8B3E17A}" type="presParOf" srcId="{5DAC0D61-F387-404E-AC43-95AE43B1C933}" destId="{827CB8F1-9323-4A49-A5E0-7C83A1833A7D}" srcOrd="4" destOrd="0" presId="urn:microsoft.com/office/officeart/2008/layout/LinedList"/>
    <dgm:cxn modelId="{97A1E0D5-9A2F-4E5F-A39E-4181607195F3}" type="presParOf" srcId="{5DAC0D61-F387-404E-AC43-95AE43B1C933}" destId="{3D15B87E-2153-42E5-B393-55793A410658}" srcOrd="5" destOrd="0" presId="urn:microsoft.com/office/officeart/2008/layout/LinedList"/>
    <dgm:cxn modelId="{12EB704B-2F7C-4D1F-B6BC-B892B2BCA4A8}" type="presParOf" srcId="{3D15B87E-2153-42E5-B393-55793A410658}" destId="{869CF748-7488-4C46-A376-AFF01B0174A1}" srcOrd="0" destOrd="0" presId="urn:microsoft.com/office/officeart/2008/layout/LinedList"/>
    <dgm:cxn modelId="{F550AE85-C3D4-4BC6-92FB-D23C76DECEBB}" type="presParOf" srcId="{3D15B87E-2153-42E5-B393-55793A410658}" destId="{02F0748A-312F-4202-A4B1-447EA669FBD6}" srcOrd="1" destOrd="0" presId="urn:microsoft.com/office/officeart/2008/layout/LinedList"/>
    <dgm:cxn modelId="{CB0327A9-EA4D-442E-87DE-27A0544AA067}" type="presParOf" srcId="{5DAC0D61-F387-404E-AC43-95AE43B1C933}" destId="{FFE07BE8-6980-49AD-AE40-E7FEAEF559FB}" srcOrd="6" destOrd="0" presId="urn:microsoft.com/office/officeart/2008/layout/LinedList"/>
    <dgm:cxn modelId="{DD00BA6E-2C46-4B5F-8A36-3C077EA9BC3C}" type="presParOf" srcId="{5DAC0D61-F387-404E-AC43-95AE43B1C933}" destId="{DC81433C-347E-4274-9FF0-393ED6420C86}" srcOrd="7" destOrd="0" presId="urn:microsoft.com/office/officeart/2008/layout/LinedList"/>
    <dgm:cxn modelId="{5F796881-F3B2-4D69-AD02-95B3FEAA8245}" type="presParOf" srcId="{DC81433C-347E-4274-9FF0-393ED6420C86}" destId="{9D28DFA6-45B2-4A73-BC6D-6551C5949754}" srcOrd="0" destOrd="0" presId="urn:microsoft.com/office/officeart/2008/layout/LinedList"/>
    <dgm:cxn modelId="{6595E6E4-15A3-46A1-B207-6CE7D57E5CA1}" type="presParOf" srcId="{DC81433C-347E-4274-9FF0-393ED6420C86}" destId="{B9A45C6C-89E9-4080-A27E-E7669F22D8A9}" srcOrd="1" destOrd="0" presId="urn:microsoft.com/office/officeart/2008/layout/LinedList"/>
    <dgm:cxn modelId="{A8C7010A-90B0-436D-BC3A-E1FDA727FF12}" type="presParOf" srcId="{5DAC0D61-F387-404E-AC43-95AE43B1C933}" destId="{8288992E-A1BC-4716-B911-11907B3AFC2C}" srcOrd="8" destOrd="0" presId="urn:microsoft.com/office/officeart/2008/layout/LinedList"/>
    <dgm:cxn modelId="{969E007D-FDD3-4565-A88A-CB23D72CCF56}" type="presParOf" srcId="{5DAC0D61-F387-404E-AC43-95AE43B1C933}" destId="{FAE0F4D0-61DB-4581-A52E-5B557D4781EC}" srcOrd="9" destOrd="0" presId="urn:microsoft.com/office/officeart/2008/layout/LinedList"/>
    <dgm:cxn modelId="{DA21A832-CF20-4821-854C-BEA1B240C862}" type="presParOf" srcId="{FAE0F4D0-61DB-4581-A52E-5B557D4781EC}" destId="{16118CFB-7752-49DD-BB91-CAD3F90628E3}" srcOrd="0" destOrd="0" presId="urn:microsoft.com/office/officeart/2008/layout/LinedList"/>
    <dgm:cxn modelId="{E9A7396E-646A-489B-A1B0-0A2BDD392493}" type="presParOf" srcId="{FAE0F4D0-61DB-4581-A52E-5B557D4781EC}" destId="{0B4AA41D-4913-4DA6-AAF3-DB178C570BE7}" srcOrd="1" destOrd="0" presId="urn:microsoft.com/office/officeart/2008/layout/LinedList"/>
    <dgm:cxn modelId="{7268A58F-65CD-44B1-ADA3-D991F1537D6D}" type="presParOf" srcId="{5DAC0D61-F387-404E-AC43-95AE43B1C933}" destId="{809236C0-D038-4C69-8FF0-B5D18AC9B029}" srcOrd="10" destOrd="0" presId="urn:microsoft.com/office/officeart/2008/layout/LinedList"/>
    <dgm:cxn modelId="{19A49745-61AD-400D-A4FC-BD8286808D9A}" type="presParOf" srcId="{5DAC0D61-F387-404E-AC43-95AE43B1C933}" destId="{2897779C-52BA-4B62-BCB7-DACE34229A5D}" srcOrd="11" destOrd="0" presId="urn:microsoft.com/office/officeart/2008/layout/LinedList"/>
    <dgm:cxn modelId="{6494BDD4-E548-4758-8077-6142D4BD104C}" type="presParOf" srcId="{2897779C-52BA-4B62-BCB7-DACE34229A5D}" destId="{D475B464-0099-4347-A0C3-640FB6264887}" srcOrd="0" destOrd="0" presId="urn:microsoft.com/office/officeart/2008/layout/LinedList"/>
    <dgm:cxn modelId="{9FFF93CD-BC93-40A7-BC92-73D48F043964}" type="presParOf" srcId="{2897779C-52BA-4B62-BCB7-DACE34229A5D}" destId="{D36C7E04-9B5D-4C19-A2FD-FB3EADE1C048}" srcOrd="1" destOrd="0" presId="urn:microsoft.com/office/officeart/2008/layout/LinedList"/>
    <dgm:cxn modelId="{7BCF5136-A18E-44AF-9DE1-3669F2EF7CC1}" type="presParOf" srcId="{5DAC0D61-F387-404E-AC43-95AE43B1C933}" destId="{A8C173AB-CC24-4CE3-ABBF-E2C57987B5AF}" srcOrd="12" destOrd="0" presId="urn:microsoft.com/office/officeart/2008/layout/LinedList"/>
    <dgm:cxn modelId="{6137A8BF-4563-4548-A42D-208DCBE2C3F8}" type="presParOf" srcId="{5DAC0D61-F387-404E-AC43-95AE43B1C933}" destId="{EC897B61-2FB6-449D-A641-4F6B55E87DCB}" srcOrd="13" destOrd="0" presId="urn:microsoft.com/office/officeart/2008/layout/LinedList"/>
    <dgm:cxn modelId="{7737F78E-1726-4262-AD0F-421463A21875}" type="presParOf" srcId="{EC897B61-2FB6-449D-A641-4F6B55E87DCB}" destId="{F2314F7D-479B-431F-A83F-7BAFDFD78BA0}" srcOrd="0" destOrd="0" presId="urn:microsoft.com/office/officeart/2008/layout/LinedList"/>
    <dgm:cxn modelId="{8443CDB2-5B41-435F-AD22-95513007763C}" type="presParOf" srcId="{EC897B61-2FB6-449D-A641-4F6B55E87DCB}" destId="{C983626A-3852-44F9-9839-BCD8CE578A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CE9144-8DCF-4673-B182-75BC6C599DE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627F54-8C87-4F79-AAE3-6D29C3EAAC29}">
      <dgm:prSet/>
      <dgm:spPr/>
      <dgm:t>
        <a:bodyPr/>
        <a:lstStyle/>
        <a:p>
          <a:r>
            <a:rPr lang="en-IN" b="1"/>
            <a:t>Thank You</a:t>
          </a:r>
          <a:endParaRPr lang="en-US"/>
        </a:p>
      </dgm:t>
    </dgm:pt>
    <dgm:pt modelId="{909173CD-5705-4CA7-BD61-A84E82F6DCB8}" type="parTrans" cxnId="{D856687B-3B31-41C3-AA1A-C84A563228BA}">
      <dgm:prSet/>
      <dgm:spPr/>
      <dgm:t>
        <a:bodyPr/>
        <a:lstStyle/>
        <a:p>
          <a:endParaRPr lang="en-US"/>
        </a:p>
      </dgm:t>
    </dgm:pt>
    <dgm:pt modelId="{0E1F94F7-5031-4A9A-92E1-7D8A81DA08E4}" type="sibTrans" cxnId="{D856687B-3B31-41C3-AA1A-C84A563228BA}">
      <dgm:prSet/>
      <dgm:spPr/>
      <dgm:t>
        <a:bodyPr/>
        <a:lstStyle/>
        <a:p>
          <a:endParaRPr lang="en-US"/>
        </a:p>
      </dgm:t>
    </dgm:pt>
    <dgm:pt modelId="{FE7CDAB4-B28C-44C8-93C4-C89C2867E41E}">
      <dgm:prSet/>
      <dgm:spPr/>
      <dgm:t>
        <a:bodyPr/>
        <a:lstStyle/>
        <a:p>
          <a:r>
            <a:rPr lang="en-IN"/>
            <a:t>Questions?</a:t>
          </a:r>
          <a:endParaRPr lang="en-US"/>
        </a:p>
      </dgm:t>
    </dgm:pt>
    <dgm:pt modelId="{DA0ADEEB-D7DF-4BC7-93F6-C5CAD58ABC35}" type="parTrans" cxnId="{2C00C897-E059-4298-ADF2-2A2CAD1453E2}">
      <dgm:prSet/>
      <dgm:spPr/>
      <dgm:t>
        <a:bodyPr/>
        <a:lstStyle/>
        <a:p>
          <a:endParaRPr lang="en-US"/>
        </a:p>
      </dgm:t>
    </dgm:pt>
    <dgm:pt modelId="{3255D64A-FE0F-4412-B658-BC6B7ECCD31E}" type="sibTrans" cxnId="{2C00C897-E059-4298-ADF2-2A2CAD1453E2}">
      <dgm:prSet/>
      <dgm:spPr/>
      <dgm:t>
        <a:bodyPr/>
        <a:lstStyle/>
        <a:p>
          <a:endParaRPr lang="en-US"/>
        </a:p>
      </dgm:t>
    </dgm:pt>
    <dgm:pt modelId="{DF23A4D2-06DA-4A92-8FCD-395F569DDAFC}" type="pres">
      <dgm:prSet presAssocID="{DFCE9144-8DCF-4673-B182-75BC6C599DEF}" presName="root" presStyleCnt="0">
        <dgm:presLayoutVars>
          <dgm:dir/>
          <dgm:resizeHandles val="exact"/>
        </dgm:presLayoutVars>
      </dgm:prSet>
      <dgm:spPr/>
    </dgm:pt>
    <dgm:pt modelId="{AE0238C4-5CFC-4257-9C2E-8A7169A50325}" type="pres">
      <dgm:prSet presAssocID="{CC627F54-8C87-4F79-AAE3-6D29C3EAAC29}" presName="compNode" presStyleCnt="0"/>
      <dgm:spPr/>
    </dgm:pt>
    <dgm:pt modelId="{01819732-AEBD-49E4-AEA4-0A73F91C2026}" type="pres">
      <dgm:prSet presAssocID="{CC627F54-8C87-4F79-AAE3-6D29C3EAAC2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BF445BB9-F6F0-42FE-93F5-D37A4E151CD4}" type="pres">
      <dgm:prSet presAssocID="{CC627F54-8C87-4F79-AAE3-6D29C3EAAC29}" presName="spaceRect" presStyleCnt="0"/>
      <dgm:spPr/>
    </dgm:pt>
    <dgm:pt modelId="{DD9148C2-1555-4A98-838D-8F9BE664590A}" type="pres">
      <dgm:prSet presAssocID="{CC627F54-8C87-4F79-AAE3-6D29C3EAAC29}" presName="textRect" presStyleLbl="revTx" presStyleIdx="0" presStyleCnt="2">
        <dgm:presLayoutVars>
          <dgm:chMax val="1"/>
          <dgm:chPref val="1"/>
        </dgm:presLayoutVars>
      </dgm:prSet>
      <dgm:spPr/>
    </dgm:pt>
    <dgm:pt modelId="{630A226E-5B4C-4627-82B5-08C9466EB304}" type="pres">
      <dgm:prSet presAssocID="{0E1F94F7-5031-4A9A-92E1-7D8A81DA08E4}" presName="sibTrans" presStyleCnt="0"/>
      <dgm:spPr/>
    </dgm:pt>
    <dgm:pt modelId="{A21CF74F-2AAF-401E-AA3C-10AB9374486A}" type="pres">
      <dgm:prSet presAssocID="{FE7CDAB4-B28C-44C8-93C4-C89C2867E41E}" presName="compNode" presStyleCnt="0"/>
      <dgm:spPr/>
    </dgm:pt>
    <dgm:pt modelId="{61A220D8-E451-411A-92FD-EE4B626428A0}" type="pres">
      <dgm:prSet presAssocID="{FE7CDAB4-B28C-44C8-93C4-C89C2867E41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4DDBEC22-4CA1-4C55-B97E-98E8976B6964}" type="pres">
      <dgm:prSet presAssocID="{FE7CDAB4-B28C-44C8-93C4-C89C2867E41E}" presName="spaceRect" presStyleCnt="0"/>
      <dgm:spPr/>
    </dgm:pt>
    <dgm:pt modelId="{BB08344E-9338-4B36-8D06-A4D4FE3CFE72}" type="pres">
      <dgm:prSet presAssocID="{FE7CDAB4-B28C-44C8-93C4-C89C2867E41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DA81F39-1893-457F-8CFA-32DE4E1C63F7}" type="presOf" srcId="{DFCE9144-8DCF-4673-B182-75BC6C599DEF}" destId="{DF23A4D2-06DA-4A92-8FCD-395F569DDAFC}" srcOrd="0" destOrd="0" presId="urn:microsoft.com/office/officeart/2018/2/layout/IconLabelList"/>
    <dgm:cxn modelId="{F689254C-A99D-4049-A12D-0FB25DF8047A}" type="presOf" srcId="{FE7CDAB4-B28C-44C8-93C4-C89C2867E41E}" destId="{BB08344E-9338-4B36-8D06-A4D4FE3CFE72}" srcOrd="0" destOrd="0" presId="urn:microsoft.com/office/officeart/2018/2/layout/IconLabelList"/>
    <dgm:cxn modelId="{D856687B-3B31-41C3-AA1A-C84A563228BA}" srcId="{DFCE9144-8DCF-4673-B182-75BC6C599DEF}" destId="{CC627F54-8C87-4F79-AAE3-6D29C3EAAC29}" srcOrd="0" destOrd="0" parTransId="{909173CD-5705-4CA7-BD61-A84E82F6DCB8}" sibTransId="{0E1F94F7-5031-4A9A-92E1-7D8A81DA08E4}"/>
    <dgm:cxn modelId="{2C00C897-E059-4298-ADF2-2A2CAD1453E2}" srcId="{DFCE9144-8DCF-4673-B182-75BC6C599DEF}" destId="{FE7CDAB4-B28C-44C8-93C4-C89C2867E41E}" srcOrd="1" destOrd="0" parTransId="{DA0ADEEB-D7DF-4BC7-93F6-C5CAD58ABC35}" sibTransId="{3255D64A-FE0F-4412-B658-BC6B7ECCD31E}"/>
    <dgm:cxn modelId="{E9991CD6-B1CA-45B5-B658-24E2A1EDD01D}" type="presOf" srcId="{CC627F54-8C87-4F79-AAE3-6D29C3EAAC29}" destId="{DD9148C2-1555-4A98-838D-8F9BE664590A}" srcOrd="0" destOrd="0" presId="urn:microsoft.com/office/officeart/2018/2/layout/IconLabelList"/>
    <dgm:cxn modelId="{4B6310B6-9708-4021-B034-C940070361D3}" type="presParOf" srcId="{DF23A4D2-06DA-4A92-8FCD-395F569DDAFC}" destId="{AE0238C4-5CFC-4257-9C2E-8A7169A50325}" srcOrd="0" destOrd="0" presId="urn:microsoft.com/office/officeart/2018/2/layout/IconLabelList"/>
    <dgm:cxn modelId="{4EAA5622-436F-413E-BAAB-585957D95027}" type="presParOf" srcId="{AE0238C4-5CFC-4257-9C2E-8A7169A50325}" destId="{01819732-AEBD-49E4-AEA4-0A73F91C2026}" srcOrd="0" destOrd="0" presId="urn:microsoft.com/office/officeart/2018/2/layout/IconLabelList"/>
    <dgm:cxn modelId="{31D0894B-1E84-4D71-9A0D-CBEFBDD423C7}" type="presParOf" srcId="{AE0238C4-5CFC-4257-9C2E-8A7169A50325}" destId="{BF445BB9-F6F0-42FE-93F5-D37A4E151CD4}" srcOrd="1" destOrd="0" presId="urn:microsoft.com/office/officeart/2018/2/layout/IconLabelList"/>
    <dgm:cxn modelId="{4C8ACF7F-B621-438C-9BEB-60D5593826B3}" type="presParOf" srcId="{AE0238C4-5CFC-4257-9C2E-8A7169A50325}" destId="{DD9148C2-1555-4A98-838D-8F9BE664590A}" srcOrd="2" destOrd="0" presId="urn:microsoft.com/office/officeart/2018/2/layout/IconLabelList"/>
    <dgm:cxn modelId="{AF313A7B-3147-4F84-8B4B-64AC13630920}" type="presParOf" srcId="{DF23A4D2-06DA-4A92-8FCD-395F569DDAFC}" destId="{630A226E-5B4C-4627-82B5-08C9466EB304}" srcOrd="1" destOrd="0" presId="urn:microsoft.com/office/officeart/2018/2/layout/IconLabelList"/>
    <dgm:cxn modelId="{4AF74383-DC9D-4EBC-8115-76C95CC6E793}" type="presParOf" srcId="{DF23A4D2-06DA-4A92-8FCD-395F569DDAFC}" destId="{A21CF74F-2AAF-401E-AA3C-10AB9374486A}" srcOrd="2" destOrd="0" presId="urn:microsoft.com/office/officeart/2018/2/layout/IconLabelList"/>
    <dgm:cxn modelId="{1C4D844C-C310-451A-B88E-3E2D7A57FC10}" type="presParOf" srcId="{A21CF74F-2AAF-401E-AA3C-10AB9374486A}" destId="{61A220D8-E451-411A-92FD-EE4B626428A0}" srcOrd="0" destOrd="0" presId="urn:microsoft.com/office/officeart/2018/2/layout/IconLabelList"/>
    <dgm:cxn modelId="{CEC1A8C6-845D-4064-B543-2CFFB3C22105}" type="presParOf" srcId="{A21CF74F-2AAF-401E-AA3C-10AB9374486A}" destId="{4DDBEC22-4CA1-4C55-B97E-98E8976B6964}" srcOrd="1" destOrd="0" presId="urn:microsoft.com/office/officeart/2018/2/layout/IconLabelList"/>
    <dgm:cxn modelId="{D4BBEE69-673E-4D58-94F7-EA6E7E2E00A7}" type="presParOf" srcId="{A21CF74F-2AAF-401E-AA3C-10AB9374486A}" destId="{BB08344E-9338-4B36-8D06-A4D4FE3CFE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C6EA6-6BFA-4DC6-AF53-F1FC97C3B02F}">
      <dsp:nvSpPr>
        <dsp:cNvPr id="0" name=""/>
        <dsp:cNvSpPr/>
      </dsp:nvSpPr>
      <dsp:spPr>
        <a:xfrm>
          <a:off x="1061437" y="621448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D2D21-8288-4EA0-A630-D3D6625D05A0}">
      <dsp:nvSpPr>
        <dsp:cNvPr id="0" name=""/>
        <dsp:cNvSpPr/>
      </dsp:nvSpPr>
      <dsp:spPr>
        <a:xfrm>
          <a:off x="1582" y="188967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Professors spend hours manually checking student references</a:t>
          </a:r>
        </a:p>
      </dsp:txBody>
      <dsp:txXfrm>
        <a:off x="1582" y="1889677"/>
        <a:ext cx="3261093" cy="489164"/>
      </dsp:txXfrm>
    </dsp:sp>
    <dsp:sp modelId="{84D95C87-470C-42B8-B384-871CFD2E2A37}">
      <dsp:nvSpPr>
        <dsp:cNvPr id="0" name=""/>
        <dsp:cNvSpPr/>
      </dsp:nvSpPr>
      <dsp:spPr>
        <a:xfrm>
          <a:off x="1582" y="2437839"/>
          <a:ext cx="3261093" cy="1133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2BDD22-A9CE-471C-8F21-7172FC44DDFF}">
      <dsp:nvSpPr>
        <dsp:cNvPr id="0" name=""/>
        <dsp:cNvSpPr/>
      </dsp:nvSpPr>
      <dsp:spPr>
        <a:xfrm>
          <a:off x="4893223" y="621448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A219F-6C93-45AD-8083-2FC9E1DA0937}">
      <dsp:nvSpPr>
        <dsp:cNvPr id="0" name=""/>
        <dsp:cNvSpPr/>
      </dsp:nvSpPr>
      <dsp:spPr>
        <a:xfrm>
          <a:off x="3833367" y="188967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Common issues in submissions:</a:t>
          </a:r>
        </a:p>
      </dsp:txBody>
      <dsp:txXfrm>
        <a:off x="3833367" y="1889677"/>
        <a:ext cx="3261093" cy="489164"/>
      </dsp:txXfrm>
    </dsp:sp>
    <dsp:sp modelId="{FD54468A-446A-4A52-BD77-4350804AA92C}">
      <dsp:nvSpPr>
        <dsp:cNvPr id="0" name=""/>
        <dsp:cNvSpPr/>
      </dsp:nvSpPr>
      <dsp:spPr>
        <a:xfrm>
          <a:off x="3833367" y="2437839"/>
          <a:ext cx="3261093" cy="1133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Missing bibliography entries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Incorrect LNI key formats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Fabricated / fake references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Retracted papers cited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Formatting errors (page ranges, author order)</a:t>
          </a:r>
        </a:p>
      </dsp:txBody>
      <dsp:txXfrm>
        <a:off x="3833367" y="2437839"/>
        <a:ext cx="3261093" cy="1133517"/>
      </dsp:txXfrm>
    </dsp:sp>
    <dsp:sp modelId="{9B4CAF19-3A61-405C-AF5E-F10565D8CB36}">
      <dsp:nvSpPr>
        <dsp:cNvPr id="0" name=""/>
        <dsp:cNvSpPr/>
      </dsp:nvSpPr>
      <dsp:spPr>
        <a:xfrm>
          <a:off x="8725008" y="621448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398B1-B56A-4C6A-99C4-86AB8F295ABB}">
      <dsp:nvSpPr>
        <dsp:cNvPr id="0" name=""/>
        <dsp:cNvSpPr/>
      </dsp:nvSpPr>
      <dsp:spPr>
        <a:xfrm>
          <a:off x="7665152" y="188967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Need for fast, automated, multi-source verification</a:t>
          </a:r>
        </a:p>
      </dsp:txBody>
      <dsp:txXfrm>
        <a:off x="7665152" y="1889677"/>
        <a:ext cx="3261093" cy="489164"/>
      </dsp:txXfrm>
    </dsp:sp>
    <dsp:sp modelId="{8A7AF1AE-FB25-42C9-8C0D-5FAB8F09A86A}">
      <dsp:nvSpPr>
        <dsp:cNvPr id="0" name=""/>
        <dsp:cNvSpPr/>
      </dsp:nvSpPr>
      <dsp:spPr>
        <a:xfrm>
          <a:off x="7665152" y="2437839"/>
          <a:ext cx="3261093" cy="1133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1B5DD-78EB-45E7-954A-A55995D55CA5}">
      <dsp:nvSpPr>
        <dsp:cNvPr id="0" name=""/>
        <dsp:cNvSpPr/>
      </dsp:nvSpPr>
      <dsp:spPr>
        <a:xfrm>
          <a:off x="4693" y="482336"/>
          <a:ext cx="474714" cy="4747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9E042-AECA-4B93-BC56-5CB5FCF99CB0}">
      <dsp:nvSpPr>
        <dsp:cNvPr id="0" name=""/>
        <dsp:cNvSpPr/>
      </dsp:nvSpPr>
      <dsp:spPr>
        <a:xfrm>
          <a:off x="4693" y="1095860"/>
          <a:ext cx="1356328" cy="99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LNI Reference Checker</a:t>
          </a:r>
          <a:r>
            <a:rPr lang="en-IN" sz="1400" kern="1200"/>
            <a:t> – Web-based tool for faculty &amp; reviewers</a:t>
          </a:r>
          <a:endParaRPr lang="en-US" sz="1400" kern="1200"/>
        </a:p>
      </dsp:txBody>
      <dsp:txXfrm>
        <a:off x="4693" y="1095860"/>
        <a:ext cx="1356328" cy="991814"/>
      </dsp:txXfrm>
    </dsp:sp>
    <dsp:sp modelId="{6F28AA52-6F72-4350-A83A-208E4F4B746C}">
      <dsp:nvSpPr>
        <dsp:cNvPr id="0" name=""/>
        <dsp:cNvSpPr/>
      </dsp:nvSpPr>
      <dsp:spPr>
        <a:xfrm>
          <a:off x="4693" y="2152238"/>
          <a:ext cx="1356328" cy="155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E8F4FF-AE3C-40DE-B24C-A2A0DE3391BA}">
      <dsp:nvSpPr>
        <dsp:cNvPr id="0" name=""/>
        <dsp:cNvSpPr/>
      </dsp:nvSpPr>
      <dsp:spPr>
        <a:xfrm>
          <a:off x="1598379" y="482336"/>
          <a:ext cx="474714" cy="4747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9F619-350D-495A-BC76-E2D9AEE31886}">
      <dsp:nvSpPr>
        <dsp:cNvPr id="0" name=""/>
        <dsp:cNvSpPr/>
      </dsp:nvSpPr>
      <dsp:spPr>
        <a:xfrm>
          <a:off x="1598379" y="1095860"/>
          <a:ext cx="1356328" cy="99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Upload PDF, DOCX, or LaTeX (+ optional .bib)</a:t>
          </a:r>
          <a:endParaRPr lang="en-US" sz="1400" kern="1200"/>
        </a:p>
      </dsp:txBody>
      <dsp:txXfrm>
        <a:off x="1598379" y="1095860"/>
        <a:ext cx="1356328" cy="991814"/>
      </dsp:txXfrm>
    </dsp:sp>
    <dsp:sp modelId="{377B7BE2-2008-4F5C-B562-FCE668BDD13B}">
      <dsp:nvSpPr>
        <dsp:cNvPr id="0" name=""/>
        <dsp:cNvSpPr/>
      </dsp:nvSpPr>
      <dsp:spPr>
        <a:xfrm>
          <a:off x="1598379" y="2152238"/>
          <a:ext cx="1356328" cy="155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8D7EC0-E3FF-4DC0-A61B-200FDB7050DD}">
      <dsp:nvSpPr>
        <dsp:cNvPr id="0" name=""/>
        <dsp:cNvSpPr/>
      </dsp:nvSpPr>
      <dsp:spPr>
        <a:xfrm>
          <a:off x="3192064" y="482336"/>
          <a:ext cx="474714" cy="4747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205F7-E350-44E8-9F2F-640F070E059F}">
      <dsp:nvSpPr>
        <dsp:cNvPr id="0" name=""/>
        <dsp:cNvSpPr/>
      </dsp:nvSpPr>
      <dsp:spPr>
        <a:xfrm>
          <a:off x="3192064" y="1095860"/>
          <a:ext cx="1356328" cy="99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Three‑tab comprehensive report:</a:t>
          </a:r>
          <a:endParaRPr lang="en-US" sz="1400" kern="1200"/>
        </a:p>
      </dsp:txBody>
      <dsp:txXfrm>
        <a:off x="3192064" y="1095860"/>
        <a:ext cx="1356328" cy="991814"/>
      </dsp:txXfrm>
    </dsp:sp>
    <dsp:sp modelId="{4A505B21-AFDA-407E-A268-EABC330A4514}">
      <dsp:nvSpPr>
        <dsp:cNvPr id="0" name=""/>
        <dsp:cNvSpPr/>
      </dsp:nvSpPr>
      <dsp:spPr>
        <a:xfrm>
          <a:off x="3192064" y="2152238"/>
          <a:ext cx="1356328" cy="155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📚 </a:t>
          </a:r>
          <a:r>
            <a:rPr lang="en-IN" sz="1100" b="1" kern="1200"/>
            <a:t>Bibliography</a:t>
          </a:r>
          <a:r>
            <a:rPr lang="en-IN" sz="1100" kern="1200"/>
            <a:t> – format completeness &amp; issues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🔀 </a:t>
          </a:r>
          <a:r>
            <a:rPr lang="en-IN" sz="1100" b="1" kern="1200"/>
            <a:t>Cross‑Check</a:t>
          </a:r>
          <a:r>
            <a:rPr lang="en-IN" sz="1100" kern="1200"/>
            <a:t> – citations vs. bibliography entries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🔬 </a:t>
          </a:r>
          <a:r>
            <a:rPr lang="en-IN" sz="1100" b="1" kern="1200"/>
            <a:t>Verification</a:t>
          </a:r>
          <a:r>
            <a:rPr lang="en-IN" sz="1100" kern="1200"/>
            <a:t> – real / fake / retracted detection</a:t>
          </a:r>
          <a:endParaRPr lang="en-US" sz="1100" kern="1200"/>
        </a:p>
      </dsp:txBody>
      <dsp:txXfrm>
        <a:off x="3192064" y="2152238"/>
        <a:ext cx="1356328" cy="1558230"/>
      </dsp:txXfrm>
    </dsp:sp>
    <dsp:sp modelId="{8CDB3340-1B3A-4D0F-AD4A-41B037758331}">
      <dsp:nvSpPr>
        <dsp:cNvPr id="0" name=""/>
        <dsp:cNvSpPr/>
      </dsp:nvSpPr>
      <dsp:spPr>
        <a:xfrm>
          <a:off x="4785750" y="482336"/>
          <a:ext cx="474714" cy="4747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9C3F5-8A57-4F72-9419-66E2CD2AA05E}">
      <dsp:nvSpPr>
        <dsp:cNvPr id="0" name=""/>
        <dsp:cNvSpPr/>
      </dsp:nvSpPr>
      <dsp:spPr>
        <a:xfrm>
          <a:off x="4785750" y="1095860"/>
          <a:ext cx="1356328" cy="99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AI‑powered fake reference detection</a:t>
          </a:r>
          <a:endParaRPr lang="en-US" sz="1400" kern="1200"/>
        </a:p>
      </dsp:txBody>
      <dsp:txXfrm>
        <a:off x="4785750" y="1095860"/>
        <a:ext cx="1356328" cy="991814"/>
      </dsp:txXfrm>
    </dsp:sp>
    <dsp:sp modelId="{F5740D93-DCF5-4C10-8723-3F22CC827243}">
      <dsp:nvSpPr>
        <dsp:cNvPr id="0" name=""/>
        <dsp:cNvSpPr/>
      </dsp:nvSpPr>
      <dsp:spPr>
        <a:xfrm>
          <a:off x="4785750" y="2152238"/>
          <a:ext cx="1356328" cy="155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C688DB-72B5-4175-8C1C-42A735362FB7}">
      <dsp:nvSpPr>
        <dsp:cNvPr id="0" name=""/>
        <dsp:cNvSpPr/>
      </dsp:nvSpPr>
      <dsp:spPr>
        <a:xfrm>
          <a:off x="6379435" y="482336"/>
          <a:ext cx="474714" cy="4747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8C9E6-56BE-4F9A-839F-A255296884C8}">
      <dsp:nvSpPr>
        <dsp:cNvPr id="0" name=""/>
        <dsp:cNvSpPr/>
      </dsp:nvSpPr>
      <dsp:spPr>
        <a:xfrm>
          <a:off x="6379435" y="1095860"/>
          <a:ext cx="1356328" cy="99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Parallel API queries (9 free academic databases)</a:t>
          </a:r>
          <a:endParaRPr lang="en-US" sz="1400" kern="1200"/>
        </a:p>
      </dsp:txBody>
      <dsp:txXfrm>
        <a:off x="6379435" y="1095860"/>
        <a:ext cx="1356328" cy="991814"/>
      </dsp:txXfrm>
    </dsp:sp>
    <dsp:sp modelId="{98352582-09FB-4C9E-A00D-81055939A86B}">
      <dsp:nvSpPr>
        <dsp:cNvPr id="0" name=""/>
        <dsp:cNvSpPr/>
      </dsp:nvSpPr>
      <dsp:spPr>
        <a:xfrm>
          <a:off x="6379435" y="2152238"/>
          <a:ext cx="1356328" cy="155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FE2ADF-4FD4-4778-AE9D-4306A4F56308}">
      <dsp:nvSpPr>
        <dsp:cNvPr id="0" name=""/>
        <dsp:cNvSpPr/>
      </dsp:nvSpPr>
      <dsp:spPr>
        <a:xfrm>
          <a:off x="7973121" y="482336"/>
          <a:ext cx="474714" cy="4747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B4AD2-BB0B-4CC0-9E2B-5F087305F2E5}">
      <dsp:nvSpPr>
        <dsp:cNvPr id="0" name=""/>
        <dsp:cNvSpPr/>
      </dsp:nvSpPr>
      <dsp:spPr>
        <a:xfrm>
          <a:off x="7973121" y="1095860"/>
          <a:ext cx="1356328" cy="99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Professor review queue &amp; venue whitelist</a:t>
          </a:r>
          <a:endParaRPr lang="en-US" sz="1400" kern="1200"/>
        </a:p>
      </dsp:txBody>
      <dsp:txXfrm>
        <a:off x="7973121" y="1095860"/>
        <a:ext cx="1356328" cy="991814"/>
      </dsp:txXfrm>
    </dsp:sp>
    <dsp:sp modelId="{566248A6-6E0A-43DB-B198-D3684736EDAC}">
      <dsp:nvSpPr>
        <dsp:cNvPr id="0" name=""/>
        <dsp:cNvSpPr/>
      </dsp:nvSpPr>
      <dsp:spPr>
        <a:xfrm>
          <a:off x="7973121" y="2152238"/>
          <a:ext cx="1356328" cy="155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9CB9A0-7F66-474E-B18F-6044D6375539}">
      <dsp:nvSpPr>
        <dsp:cNvPr id="0" name=""/>
        <dsp:cNvSpPr/>
      </dsp:nvSpPr>
      <dsp:spPr>
        <a:xfrm>
          <a:off x="9566807" y="482336"/>
          <a:ext cx="474714" cy="4747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17DA4-2D12-4A21-A7A7-88F7586D3397}">
      <dsp:nvSpPr>
        <dsp:cNvPr id="0" name=""/>
        <dsp:cNvSpPr/>
      </dsp:nvSpPr>
      <dsp:spPr>
        <a:xfrm>
          <a:off x="9566807" y="1095860"/>
          <a:ext cx="1356328" cy="991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Batch mode for multiple papers</a:t>
          </a:r>
          <a:endParaRPr lang="en-US" sz="1400" kern="1200"/>
        </a:p>
      </dsp:txBody>
      <dsp:txXfrm>
        <a:off x="9566807" y="1095860"/>
        <a:ext cx="1356328" cy="991814"/>
      </dsp:txXfrm>
    </dsp:sp>
    <dsp:sp modelId="{CC6966E9-7500-4AA6-86D7-2B85661D17F5}">
      <dsp:nvSpPr>
        <dsp:cNvPr id="0" name=""/>
        <dsp:cNvSpPr/>
      </dsp:nvSpPr>
      <dsp:spPr>
        <a:xfrm>
          <a:off x="9566807" y="2152238"/>
          <a:ext cx="1356328" cy="155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BBFF8-B21B-49F4-B788-254EF2F1AA37}">
      <dsp:nvSpPr>
        <dsp:cNvPr id="0" name=""/>
        <dsp:cNvSpPr/>
      </dsp:nvSpPr>
      <dsp:spPr>
        <a:xfrm>
          <a:off x="1148407" y="1907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Start server: python app.py</a:t>
          </a:r>
        </a:p>
      </dsp:txBody>
      <dsp:txXfrm>
        <a:off x="1148407" y="1907"/>
        <a:ext cx="4593631" cy="477861"/>
      </dsp:txXfrm>
    </dsp:sp>
    <dsp:sp modelId="{F64186C5-3139-4B00-9FDA-0EBE3495D639}">
      <dsp:nvSpPr>
        <dsp:cNvPr id="0" name=""/>
        <dsp:cNvSpPr/>
      </dsp:nvSpPr>
      <dsp:spPr>
        <a:xfrm>
          <a:off x="0" y="1907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Start</a:t>
          </a:r>
        </a:p>
      </dsp:txBody>
      <dsp:txXfrm>
        <a:off x="0" y="1907"/>
        <a:ext cx="1148407" cy="477861"/>
      </dsp:txXfrm>
    </dsp:sp>
    <dsp:sp modelId="{F83B1D29-CF51-40CB-8370-89F6F48B4E23}">
      <dsp:nvSpPr>
        <dsp:cNvPr id="0" name=""/>
        <dsp:cNvSpPr/>
      </dsp:nvSpPr>
      <dsp:spPr>
        <a:xfrm>
          <a:off x="1148407" y="508440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Open browser → http://localhost:5000</a:t>
          </a:r>
        </a:p>
      </dsp:txBody>
      <dsp:txXfrm>
        <a:off x="1148407" y="508440"/>
        <a:ext cx="4593631" cy="477861"/>
      </dsp:txXfrm>
    </dsp:sp>
    <dsp:sp modelId="{EFAF8107-6B7B-4FFD-A7A1-0DE4CC1853EA}">
      <dsp:nvSpPr>
        <dsp:cNvPr id="0" name=""/>
        <dsp:cNvSpPr/>
      </dsp:nvSpPr>
      <dsp:spPr>
        <a:xfrm>
          <a:off x="0" y="508440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Open</a:t>
          </a:r>
        </a:p>
      </dsp:txBody>
      <dsp:txXfrm>
        <a:off x="0" y="508440"/>
        <a:ext cx="1148407" cy="477861"/>
      </dsp:txXfrm>
    </dsp:sp>
    <dsp:sp modelId="{ACD8C7F1-54C5-4411-8FCE-CC797BAE4E9A}">
      <dsp:nvSpPr>
        <dsp:cNvPr id="0" name=""/>
        <dsp:cNvSpPr/>
      </dsp:nvSpPr>
      <dsp:spPr>
        <a:xfrm>
          <a:off x="1148407" y="1014973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Upload a student submission (PDF/DOCX/TeX)</a:t>
          </a:r>
        </a:p>
      </dsp:txBody>
      <dsp:txXfrm>
        <a:off x="1148407" y="1014973"/>
        <a:ext cx="4593631" cy="477861"/>
      </dsp:txXfrm>
    </dsp:sp>
    <dsp:sp modelId="{88A58DC8-1E4B-4852-8DE9-1FE6AA5977C4}">
      <dsp:nvSpPr>
        <dsp:cNvPr id="0" name=""/>
        <dsp:cNvSpPr/>
      </dsp:nvSpPr>
      <dsp:spPr>
        <a:xfrm>
          <a:off x="0" y="1014973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Upload</a:t>
          </a:r>
        </a:p>
      </dsp:txBody>
      <dsp:txXfrm>
        <a:off x="0" y="1014973"/>
        <a:ext cx="1148407" cy="477861"/>
      </dsp:txXfrm>
    </dsp:sp>
    <dsp:sp modelId="{484E20A2-1FD0-4C9A-92EF-5CD118F16FBB}">
      <dsp:nvSpPr>
        <dsp:cNvPr id="0" name=""/>
        <dsp:cNvSpPr/>
      </dsp:nvSpPr>
      <dsp:spPr>
        <a:xfrm>
          <a:off x="1148407" y="1521506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Toggle Verify references online (recommended)</a:t>
          </a:r>
        </a:p>
      </dsp:txBody>
      <dsp:txXfrm>
        <a:off x="1148407" y="1521506"/>
        <a:ext cx="4593631" cy="477861"/>
      </dsp:txXfrm>
    </dsp:sp>
    <dsp:sp modelId="{1FF70FF1-CFE7-46BA-839A-932A20824278}">
      <dsp:nvSpPr>
        <dsp:cNvPr id="0" name=""/>
        <dsp:cNvSpPr/>
      </dsp:nvSpPr>
      <dsp:spPr>
        <a:xfrm>
          <a:off x="0" y="1521506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Toggle</a:t>
          </a:r>
        </a:p>
      </dsp:txBody>
      <dsp:txXfrm>
        <a:off x="0" y="1521506"/>
        <a:ext cx="1148407" cy="477861"/>
      </dsp:txXfrm>
    </dsp:sp>
    <dsp:sp modelId="{CAA6201A-EE66-45DD-A728-D53D765E0D00}">
      <dsp:nvSpPr>
        <dsp:cNvPr id="0" name=""/>
        <dsp:cNvSpPr/>
      </dsp:nvSpPr>
      <dsp:spPr>
        <a:xfrm>
          <a:off x="1148407" y="2028039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Click Run Check → watch live progress</a:t>
          </a:r>
        </a:p>
      </dsp:txBody>
      <dsp:txXfrm>
        <a:off x="1148407" y="2028039"/>
        <a:ext cx="4593631" cy="477861"/>
      </dsp:txXfrm>
    </dsp:sp>
    <dsp:sp modelId="{90670FE3-39D7-4BB0-AADF-5EFDC37C20A5}">
      <dsp:nvSpPr>
        <dsp:cNvPr id="0" name=""/>
        <dsp:cNvSpPr/>
      </dsp:nvSpPr>
      <dsp:spPr>
        <a:xfrm>
          <a:off x="0" y="2028039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Click</a:t>
          </a:r>
        </a:p>
      </dsp:txBody>
      <dsp:txXfrm>
        <a:off x="0" y="2028039"/>
        <a:ext cx="1148407" cy="477861"/>
      </dsp:txXfrm>
    </dsp:sp>
    <dsp:sp modelId="{8321A144-5823-4C47-A55B-F71C5E86DC0A}">
      <dsp:nvSpPr>
        <dsp:cNvPr id="0" name=""/>
        <dsp:cNvSpPr/>
      </dsp:nvSpPr>
      <dsp:spPr>
        <a:xfrm>
          <a:off x="1148407" y="2534572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Explore three tabs: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Bibliography – formatting errors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Cross‑Check – missing/orphaned citations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Verification – real/fake/retracted per reference</a:t>
          </a:r>
        </a:p>
      </dsp:txBody>
      <dsp:txXfrm>
        <a:off x="1148407" y="2534572"/>
        <a:ext cx="4593631" cy="477861"/>
      </dsp:txXfrm>
    </dsp:sp>
    <dsp:sp modelId="{096443FB-F351-46BD-BBD4-E85C75319F5D}">
      <dsp:nvSpPr>
        <dsp:cNvPr id="0" name=""/>
        <dsp:cNvSpPr/>
      </dsp:nvSpPr>
      <dsp:spPr>
        <a:xfrm>
          <a:off x="0" y="2534572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Explore</a:t>
          </a:r>
        </a:p>
      </dsp:txBody>
      <dsp:txXfrm>
        <a:off x="0" y="2534572"/>
        <a:ext cx="1148407" cy="477861"/>
      </dsp:txXfrm>
    </dsp:sp>
    <dsp:sp modelId="{399AD459-60A2-4F75-B8D8-D771D962EDDA}">
      <dsp:nvSpPr>
        <dsp:cNvPr id="0" name=""/>
        <dsp:cNvSpPr/>
      </dsp:nvSpPr>
      <dsp:spPr>
        <a:xfrm>
          <a:off x="1148407" y="3041106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Export corrected BibTeX or print report</a:t>
          </a:r>
        </a:p>
      </dsp:txBody>
      <dsp:txXfrm>
        <a:off x="1148407" y="3041106"/>
        <a:ext cx="4593631" cy="477861"/>
      </dsp:txXfrm>
    </dsp:sp>
    <dsp:sp modelId="{EFAA56E0-65B1-45E2-8A2A-24D1567532B5}">
      <dsp:nvSpPr>
        <dsp:cNvPr id="0" name=""/>
        <dsp:cNvSpPr/>
      </dsp:nvSpPr>
      <dsp:spPr>
        <a:xfrm>
          <a:off x="0" y="3041106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Export</a:t>
          </a:r>
        </a:p>
      </dsp:txBody>
      <dsp:txXfrm>
        <a:off x="0" y="3041106"/>
        <a:ext cx="1148407" cy="477861"/>
      </dsp:txXfrm>
    </dsp:sp>
    <dsp:sp modelId="{6A393B64-F32B-434E-B212-4D16871645F2}">
      <dsp:nvSpPr>
        <dsp:cNvPr id="0" name=""/>
        <dsp:cNvSpPr/>
      </dsp:nvSpPr>
      <dsp:spPr>
        <a:xfrm>
          <a:off x="1148407" y="3547639"/>
          <a:ext cx="4593631" cy="47786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129" tIns="121377" rIns="89129" bIns="1213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batch: select multiple files → Run Batch</a:t>
          </a:r>
        </a:p>
      </dsp:txBody>
      <dsp:txXfrm>
        <a:off x="1148407" y="3547639"/>
        <a:ext cx="4593631" cy="477861"/>
      </dsp:txXfrm>
    </dsp:sp>
    <dsp:sp modelId="{3EFDD636-EA56-4E4D-A776-AA717FB48B45}">
      <dsp:nvSpPr>
        <dsp:cNvPr id="0" name=""/>
        <dsp:cNvSpPr/>
      </dsp:nvSpPr>
      <dsp:spPr>
        <a:xfrm>
          <a:off x="0" y="3547639"/>
          <a:ext cx="1148407" cy="477861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70" tIns="47202" rIns="60770" bIns="4720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Select</a:t>
          </a:r>
        </a:p>
      </dsp:txBody>
      <dsp:txXfrm>
        <a:off x="0" y="3547639"/>
        <a:ext cx="1148407" cy="4778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BA26B-7276-41CA-94CC-CB3E5EB92693}">
      <dsp:nvSpPr>
        <dsp:cNvPr id="0" name=""/>
        <dsp:cNvSpPr/>
      </dsp:nvSpPr>
      <dsp:spPr>
        <a:xfrm>
          <a:off x="0" y="511"/>
          <a:ext cx="109278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B71DE-6AC5-4675-9DC6-B2630673D819}">
      <dsp:nvSpPr>
        <dsp:cNvPr id="0" name=""/>
        <dsp:cNvSpPr/>
      </dsp:nvSpPr>
      <dsp:spPr>
        <a:xfrm>
          <a:off x="0" y="511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Backend:</a:t>
          </a:r>
          <a:r>
            <a:rPr lang="en-IN" sz="1900" kern="1200"/>
            <a:t> Flask (Python 3.10+)</a:t>
          </a:r>
          <a:endParaRPr lang="en-US" sz="1900" kern="1200"/>
        </a:p>
      </dsp:txBody>
      <dsp:txXfrm>
        <a:off x="0" y="511"/>
        <a:ext cx="10927829" cy="465753"/>
      </dsp:txXfrm>
    </dsp:sp>
    <dsp:sp modelId="{D56B6122-3F87-4540-B564-67BD197FEF4C}">
      <dsp:nvSpPr>
        <dsp:cNvPr id="0" name=""/>
        <dsp:cNvSpPr/>
      </dsp:nvSpPr>
      <dsp:spPr>
        <a:xfrm>
          <a:off x="0" y="466265"/>
          <a:ext cx="10927829" cy="0"/>
        </a:xfrm>
        <a:prstGeom prst="line">
          <a:avLst/>
        </a:prstGeom>
        <a:solidFill>
          <a:schemeClr val="accent5">
            <a:hueOff val="-1519019"/>
            <a:satOff val="-103"/>
            <a:lumOff val="245"/>
            <a:alphaOff val="0"/>
          </a:schemeClr>
        </a:solidFill>
        <a:ln w="19050" cap="flat" cmpd="sng" algn="ctr">
          <a:solidFill>
            <a:schemeClr val="accent5">
              <a:hueOff val="-1519019"/>
              <a:satOff val="-103"/>
              <a:lumOff val="2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C1042-DC62-45D0-885E-49BB2A20F9F0}">
      <dsp:nvSpPr>
        <dsp:cNvPr id="0" name=""/>
        <dsp:cNvSpPr/>
      </dsp:nvSpPr>
      <dsp:spPr>
        <a:xfrm>
          <a:off x="0" y="466265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Frontend:</a:t>
          </a:r>
          <a:r>
            <a:rPr lang="en-IN" sz="1900" kern="1200"/>
            <a:t> HTML5/CSS3/JavaScript (vanilla)</a:t>
          </a:r>
          <a:endParaRPr lang="en-US" sz="1900" kern="1200"/>
        </a:p>
      </dsp:txBody>
      <dsp:txXfrm>
        <a:off x="0" y="466265"/>
        <a:ext cx="10927829" cy="465753"/>
      </dsp:txXfrm>
    </dsp:sp>
    <dsp:sp modelId="{ED752914-AD22-443E-8952-5C04D7691139}">
      <dsp:nvSpPr>
        <dsp:cNvPr id="0" name=""/>
        <dsp:cNvSpPr/>
      </dsp:nvSpPr>
      <dsp:spPr>
        <a:xfrm>
          <a:off x="0" y="932018"/>
          <a:ext cx="10927829" cy="0"/>
        </a:xfrm>
        <a:prstGeom prst="lin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9B61D-F30C-4512-93F0-5D12370B8BAB}">
      <dsp:nvSpPr>
        <dsp:cNvPr id="0" name=""/>
        <dsp:cNvSpPr/>
      </dsp:nvSpPr>
      <dsp:spPr>
        <a:xfrm>
          <a:off x="0" y="932018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Document extraction:</a:t>
          </a:r>
          <a:r>
            <a:rPr lang="en-IN" sz="1900" kern="1200"/>
            <a:t> pdfplumber, pypdf, python‑docx</a:t>
          </a:r>
          <a:endParaRPr lang="en-US" sz="1900" kern="1200"/>
        </a:p>
      </dsp:txBody>
      <dsp:txXfrm>
        <a:off x="0" y="932018"/>
        <a:ext cx="10927829" cy="465753"/>
      </dsp:txXfrm>
    </dsp:sp>
    <dsp:sp modelId="{6AB0D9E5-8A3D-4E7F-B0D0-958FB44943DA}">
      <dsp:nvSpPr>
        <dsp:cNvPr id="0" name=""/>
        <dsp:cNvSpPr/>
      </dsp:nvSpPr>
      <dsp:spPr>
        <a:xfrm>
          <a:off x="0" y="1397772"/>
          <a:ext cx="10927829" cy="0"/>
        </a:xfrm>
        <a:prstGeom prst="line">
          <a:avLst/>
        </a:prstGeom>
        <a:solidFill>
          <a:schemeClr val="accent5">
            <a:hueOff val="-4557056"/>
            <a:satOff val="-310"/>
            <a:lumOff val="735"/>
            <a:alphaOff val="0"/>
          </a:schemeClr>
        </a:solidFill>
        <a:ln w="19050" cap="flat" cmpd="sng" algn="ctr">
          <a:solidFill>
            <a:schemeClr val="accent5">
              <a:hueOff val="-4557056"/>
              <a:satOff val="-310"/>
              <a:lumOff val="7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27378-0406-4EE7-A57A-F9B992384C14}">
      <dsp:nvSpPr>
        <dsp:cNvPr id="0" name=""/>
        <dsp:cNvSpPr/>
      </dsp:nvSpPr>
      <dsp:spPr>
        <a:xfrm>
          <a:off x="0" y="1397772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APIs (all free):</a:t>
          </a:r>
          <a:r>
            <a:rPr lang="en-IN" sz="1900" kern="1200"/>
            <a:t> CrossRef, Semantic Scholar, OpenAlex, DBLP, ACL, IEEE, CORE, Springer, Unpaywall</a:t>
          </a:r>
          <a:endParaRPr lang="en-US" sz="1900" kern="1200"/>
        </a:p>
      </dsp:txBody>
      <dsp:txXfrm>
        <a:off x="0" y="1397772"/>
        <a:ext cx="10927829" cy="465753"/>
      </dsp:txXfrm>
    </dsp:sp>
    <dsp:sp modelId="{49D513C5-6DCD-42D1-9CC2-924D88D0CF9E}">
      <dsp:nvSpPr>
        <dsp:cNvPr id="0" name=""/>
        <dsp:cNvSpPr/>
      </dsp:nvSpPr>
      <dsp:spPr>
        <a:xfrm>
          <a:off x="0" y="1863525"/>
          <a:ext cx="10927829" cy="0"/>
        </a:xfrm>
        <a:prstGeom prst="lin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89DB4-EFA7-4021-A4C9-83AFCE3CF800}">
      <dsp:nvSpPr>
        <dsp:cNvPr id="0" name=""/>
        <dsp:cNvSpPr/>
      </dsp:nvSpPr>
      <dsp:spPr>
        <a:xfrm>
          <a:off x="0" y="1863525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AI:</a:t>
          </a:r>
          <a:r>
            <a:rPr lang="en-IN" sz="1900" kern="1200"/>
            <a:t> Groq (LLaMA 3.3 70B) + Gemini 1.5 Flash fallback</a:t>
          </a:r>
          <a:endParaRPr lang="en-US" sz="1900" kern="1200"/>
        </a:p>
      </dsp:txBody>
      <dsp:txXfrm>
        <a:off x="0" y="1863525"/>
        <a:ext cx="10927829" cy="465753"/>
      </dsp:txXfrm>
    </dsp:sp>
    <dsp:sp modelId="{28B82B18-B7C4-422B-B8EE-147F9F475F3C}">
      <dsp:nvSpPr>
        <dsp:cNvPr id="0" name=""/>
        <dsp:cNvSpPr/>
      </dsp:nvSpPr>
      <dsp:spPr>
        <a:xfrm>
          <a:off x="0" y="2329279"/>
          <a:ext cx="10927829" cy="0"/>
        </a:xfrm>
        <a:prstGeom prst="line">
          <a:avLst/>
        </a:prstGeom>
        <a:solidFill>
          <a:schemeClr val="accent5">
            <a:hueOff val="-7595094"/>
            <a:satOff val="-516"/>
            <a:lumOff val="1226"/>
            <a:alphaOff val="0"/>
          </a:schemeClr>
        </a:solidFill>
        <a:ln w="19050" cap="flat" cmpd="sng" algn="ctr">
          <a:solidFill>
            <a:schemeClr val="accent5">
              <a:hueOff val="-7595094"/>
              <a:satOff val="-516"/>
              <a:lumOff val="1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129B5-2262-42F4-9BC0-7D1D0826C716}">
      <dsp:nvSpPr>
        <dsp:cNvPr id="0" name=""/>
        <dsp:cNvSpPr/>
      </dsp:nvSpPr>
      <dsp:spPr>
        <a:xfrm>
          <a:off x="0" y="2329279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Web search:</a:t>
          </a:r>
          <a:r>
            <a:rPr lang="en-IN" sz="1900" kern="1200"/>
            <a:t> DuckDuckGo (ddgs)</a:t>
          </a:r>
          <a:endParaRPr lang="en-US" sz="1900" kern="1200"/>
        </a:p>
      </dsp:txBody>
      <dsp:txXfrm>
        <a:off x="0" y="2329279"/>
        <a:ext cx="10927829" cy="465753"/>
      </dsp:txXfrm>
    </dsp:sp>
    <dsp:sp modelId="{E9FD22EB-767C-4056-B504-75FB2BCD4D0A}">
      <dsp:nvSpPr>
        <dsp:cNvPr id="0" name=""/>
        <dsp:cNvSpPr/>
      </dsp:nvSpPr>
      <dsp:spPr>
        <a:xfrm>
          <a:off x="0" y="2795032"/>
          <a:ext cx="10927829" cy="0"/>
        </a:xfrm>
        <a:prstGeom prst="lin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F79B8-9D66-4FC9-B7FC-439908B5A0BE}">
      <dsp:nvSpPr>
        <dsp:cNvPr id="0" name=""/>
        <dsp:cNvSpPr/>
      </dsp:nvSpPr>
      <dsp:spPr>
        <a:xfrm>
          <a:off x="0" y="2795032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Caching:</a:t>
          </a:r>
          <a:r>
            <a:rPr lang="en-IN" sz="1900" kern="1200"/>
            <a:t> SQLite + disk cache</a:t>
          </a:r>
          <a:endParaRPr lang="en-US" sz="1900" kern="1200"/>
        </a:p>
      </dsp:txBody>
      <dsp:txXfrm>
        <a:off x="0" y="2795032"/>
        <a:ext cx="10927829" cy="465753"/>
      </dsp:txXfrm>
    </dsp:sp>
    <dsp:sp modelId="{466AB561-6EF5-4045-ADEE-4760BBB79DB7}">
      <dsp:nvSpPr>
        <dsp:cNvPr id="0" name=""/>
        <dsp:cNvSpPr/>
      </dsp:nvSpPr>
      <dsp:spPr>
        <a:xfrm>
          <a:off x="0" y="3260786"/>
          <a:ext cx="10927829" cy="0"/>
        </a:xfrm>
        <a:prstGeom prst="line">
          <a:avLst/>
        </a:prstGeom>
        <a:solidFill>
          <a:schemeClr val="accent5">
            <a:hueOff val="-10633130"/>
            <a:satOff val="-723"/>
            <a:lumOff val="1716"/>
            <a:alphaOff val="0"/>
          </a:schemeClr>
        </a:solidFill>
        <a:ln w="19050" cap="flat" cmpd="sng" algn="ctr">
          <a:solidFill>
            <a:schemeClr val="accent5">
              <a:hueOff val="-10633130"/>
              <a:satOff val="-723"/>
              <a:lumOff val="17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9BC3A-50DE-45D9-9B5D-18A62DF3A260}">
      <dsp:nvSpPr>
        <dsp:cNvPr id="0" name=""/>
        <dsp:cNvSpPr/>
      </dsp:nvSpPr>
      <dsp:spPr>
        <a:xfrm>
          <a:off x="0" y="3260786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Testing:</a:t>
          </a:r>
          <a:r>
            <a:rPr lang="en-IN" sz="1900" kern="1200"/>
            <a:t> pytest, reportlab (fixtures)</a:t>
          </a:r>
          <a:endParaRPr lang="en-US" sz="1900" kern="1200"/>
        </a:p>
      </dsp:txBody>
      <dsp:txXfrm>
        <a:off x="0" y="3260786"/>
        <a:ext cx="10927829" cy="465753"/>
      </dsp:txXfrm>
    </dsp:sp>
    <dsp:sp modelId="{93C77EA7-D997-4B6C-8626-28152FA7536B}">
      <dsp:nvSpPr>
        <dsp:cNvPr id="0" name=""/>
        <dsp:cNvSpPr/>
      </dsp:nvSpPr>
      <dsp:spPr>
        <a:xfrm>
          <a:off x="0" y="3726539"/>
          <a:ext cx="10927829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67DD2-23F2-4A6B-B646-730D70E091FB}">
      <dsp:nvSpPr>
        <dsp:cNvPr id="0" name=""/>
        <dsp:cNvSpPr/>
      </dsp:nvSpPr>
      <dsp:spPr>
        <a:xfrm>
          <a:off x="0" y="3726539"/>
          <a:ext cx="10927829" cy="465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Deployment:</a:t>
          </a:r>
          <a:r>
            <a:rPr lang="en-IN" sz="1900" kern="1200"/>
            <a:t> Gunicorn, environment variables</a:t>
          </a:r>
          <a:endParaRPr lang="en-US" sz="1900" kern="1200"/>
        </a:p>
      </dsp:txBody>
      <dsp:txXfrm>
        <a:off x="0" y="3726539"/>
        <a:ext cx="10927829" cy="4657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FA9D9-7884-49AA-892A-62413BA7B2D8}">
      <dsp:nvSpPr>
        <dsp:cNvPr id="0" name=""/>
        <dsp:cNvSpPr/>
      </dsp:nvSpPr>
      <dsp:spPr>
        <a:xfrm>
          <a:off x="0" y="450"/>
          <a:ext cx="109278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1EA67-9724-449A-8DD8-32A8D04FDEA8}">
      <dsp:nvSpPr>
        <dsp:cNvPr id="0" name=""/>
        <dsp:cNvSpPr/>
      </dsp:nvSpPr>
      <dsp:spPr>
        <a:xfrm>
          <a:off x="0" y="450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Integration with LMS (Moodle/Canvas) for automated grading</a:t>
          </a:r>
          <a:endParaRPr lang="en-US" sz="2400" kern="1200"/>
        </a:p>
      </dsp:txBody>
      <dsp:txXfrm>
        <a:off x="0" y="450"/>
        <a:ext cx="10927829" cy="526929"/>
      </dsp:txXfrm>
    </dsp:sp>
    <dsp:sp modelId="{7B953B56-1856-41FB-9828-2E59192F942D}">
      <dsp:nvSpPr>
        <dsp:cNvPr id="0" name=""/>
        <dsp:cNvSpPr/>
      </dsp:nvSpPr>
      <dsp:spPr>
        <a:xfrm>
          <a:off x="0" y="527379"/>
          <a:ext cx="10927829" cy="0"/>
        </a:xfrm>
        <a:prstGeom prst="line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48217-1F2C-42DA-9996-7C6CF75EE2EA}">
      <dsp:nvSpPr>
        <dsp:cNvPr id="0" name=""/>
        <dsp:cNvSpPr/>
      </dsp:nvSpPr>
      <dsp:spPr>
        <a:xfrm>
          <a:off x="0" y="527379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Support for more document formats (ODT, RTF)</a:t>
          </a:r>
          <a:endParaRPr lang="en-US" sz="2400" kern="1200"/>
        </a:p>
      </dsp:txBody>
      <dsp:txXfrm>
        <a:off x="0" y="527379"/>
        <a:ext cx="10927829" cy="526929"/>
      </dsp:txXfrm>
    </dsp:sp>
    <dsp:sp modelId="{1D81D03A-A442-43E8-8855-1B27AF620D5E}">
      <dsp:nvSpPr>
        <dsp:cNvPr id="0" name=""/>
        <dsp:cNvSpPr/>
      </dsp:nvSpPr>
      <dsp:spPr>
        <a:xfrm>
          <a:off x="0" y="1054308"/>
          <a:ext cx="10927829" cy="0"/>
        </a:xfrm>
        <a:prstGeom prst="line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9BF78-EA19-4CFE-99EF-F94E8ED1D5B5}">
      <dsp:nvSpPr>
        <dsp:cNvPr id="0" name=""/>
        <dsp:cNvSpPr/>
      </dsp:nvSpPr>
      <dsp:spPr>
        <a:xfrm>
          <a:off x="0" y="1054308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Fine‑tuned local LLM for offline fake detection</a:t>
          </a:r>
          <a:endParaRPr lang="en-US" sz="2400" kern="1200"/>
        </a:p>
      </dsp:txBody>
      <dsp:txXfrm>
        <a:off x="0" y="1054308"/>
        <a:ext cx="10927829" cy="526929"/>
      </dsp:txXfrm>
    </dsp:sp>
    <dsp:sp modelId="{5C5EF7FB-23BF-4D48-B65D-B5D126EF1DDA}">
      <dsp:nvSpPr>
        <dsp:cNvPr id="0" name=""/>
        <dsp:cNvSpPr/>
      </dsp:nvSpPr>
      <dsp:spPr>
        <a:xfrm>
          <a:off x="0" y="1581237"/>
          <a:ext cx="10927829" cy="0"/>
        </a:xfrm>
        <a:prstGeom prst="lin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27852-244F-4C98-94A3-CDAA7FF796AD}">
      <dsp:nvSpPr>
        <dsp:cNvPr id="0" name=""/>
        <dsp:cNvSpPr/>
      </dsp:nvSpPr>
      <dsp:spPr>
        <a:xfrm>
          <a:off x="0" y="1581237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User dashboard with historical submissions</a:t>
          </a:r>
          <a:endParaRPr lang="en-US" sz="2400" kern="1200"/>
        </a:p>
      </dsp:txBody>
      <dsp:txXfrm>
        <a:off x="0" y="1581237"/>
        <a:ext cx="10927829" cy="526929"/>
      </dsp:txXfrm>
    </dsp:sp>
    <dsp:sp modelId="{72B27889-EE8A-4EB0-8E9F-FFCF684F3141}">
      <dsp:nvSpPr>
        <dsp:cNvPr id="0" name=""/>
        <dsp:cNvSpPr/>
      </dsp:nvSpPr>
      <dsp:spPr>
        <a:xfrm>
          <a:off x="0" y="2108167"/>
          <a:ext cx="10927829" cy="0"/>
        </a:xfrm>
        <a:prstGeom prst="line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43A6E-B607-4574-B730-9A6ED84FFBFA}">
      <dsp:nvSpPr>
        <dsp:cNvPr id="0" name=""/>
        <dsp:cNvSpPr/>
      </dsp:nvSpPr>
      <dsp:spPr>
        <a:xfrm>
          <a:off x="0" y="2108167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Plagiarism detection integration</a:t>
          </a:r>
          <a:endParaRPr lang="en-US" sz="2400" kern="1200"/>
        </a:p>
      </dsp:txBody>
      <dsp:txXfrm>
        <a:off x="0" y="2108167"/>
        <a:ext cx="10927829" cy="526929"/>
      </dsp:txXfrm>
    </dsp:sp>
    <dsp:sp modelId="{A5167936-0031-4809-9244-7FC3CA2590DE}">
      <dsp:nvSpPr>
        <dsp:cNvPr id="0" name=""/>
        <dsp:cNvSpPr/>
      </dsp:nvSpPr>
      <dsp:spPr>
        <a:xfrm>
          <a:off x="0" y="2635096"/>
          <a:ext cx="10927829" cy="0"/>
        </a:xfrm>
        <a:prstGeom prst="line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5D90E-7097-4BCF-B300-1AA20858A7A7}">
      <dsp:nvSpPr>
        <dsp:cNvPr id="0" name=""/>
        <dsp:cNvSpPr/>
      </dsp:nvSpPr>
      <dsp:spPr>
        <a:xfrm>
          <a:off x="0" y="2635096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Interactive BibTeX editor for students</a:t>
          </a:r>
          <a:endParaRPr lang="en-US" sz="2400" kern="1200"/>
        </a:p>
      </dsp:txBody>
      <dsp:txXfrm>
        <a:off x="0" y="2635096"/>
        <a:ext cx="10927829" cy="526929"/>
      </dsp:txXfrm>
    </dsp:sp>
    <dsp:sp modelId="{F6D29161-946F-4F97-9715-BC188F063ED3}">
      <dsp:nvSpPr>
        <dsp:cNvPr id="0" name=""/>
        <dsp:cNvSpPr/>
      </dsp:nvSpPr>
      <dsp:spPr>
        <a:xfrm>
          <a:off x="0" y="3162025"/>
          <a:ext cx="10927829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D03422-9F8F-4B43-8777-8CC1F4BC87EE}">
      <dsp:nvSpPr>
        <dsp:cNvPr id="0" name=""/>
        <dsp:cNvSpPr/>
      </dsp:nvSpPr>
      <dsp:spPr>
        <a:xfrm>
          <a:off x="0" y="3162025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REST API for third‑party tools</a:t>
          </a:r>
          <a:endParaRPr lang="en-US" sz="2400" kern="1200"/>
        </a:p>
      </dsp:txBody>
      <dsp:txXfrm>
        <a:off x="0" y="3162025"/>
        <a:ext cx="10927829" cy="5269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80906-F665-4F90-A5C6-B2286B565575}">
      <dsp:nvSpPr>
        <dsp:cNvPr id="0" name=""/>
        <dsp:cNvSpPr/>
      </dsp:nvSpPr>
      <dsp:spPr>
        <a:xfrm>
          <a:off x="0" y="450"/>
          <a:ext cx="109278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AAB0A-3F63-469B-BB1F-44702FF85316}">
      <dsp:nvSpPr>
        <dsp:cNvPr id="0" name=""/>
        <dsp:cNvSpPr/>
      </dsp:nvSpPr>
      <dsp:spPr>
        <a:xfrm>
          <a:off x="0" y="450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LNI Style Guide – Gesellschaft für Informatik e.V.</a:t>
          </a:r>
          <a:endParaRPr lang="en-US" sz="1400" kern="1200"/>
        </a:p>
      </dsp:txBody>
      <dsp:txXfrm>
        <a:off x="0" y="450"/>
        <a:ext cx="10927829" cy="526929"/>
      </dsp:txXfrm>
    </dsp:sp>
    <dsp:sp modelId="{02B87283-66B1-4041-95B6-AB135856949E}">
      <dsp:nvSpPr>
        <dsp:cNvPr id="0" name=""/>
        <dsp:cNvSpPr/>
      </dsp:nvSpPr>
      <dsp:spPr>
        <a:xfrm>
          <a:off x="0" y="527379"/>
          <a:ext cx="10927829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B32F9-0777-41DE-A173-20D505407587}">
      <dsp:nvSpPr>
        <dsp:cNvPr id="0" name=""/>
        <dsp:cNvSpPr/>
      </dsp:nvSpPr>
      <dsp:spPr>
        <a:xfrm>
          <a:off x="0" y="527379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RefChecker – inspiration for LLM‑based verification</a:t>
          </a:r>
          <a:endParaRPr lang="en-US" sz="1400" kern="1200"/>
        </a:p>
      </dsp:txBody>
      <dsp:txXfrm>
        <a:off x="0" y="527379"/>
        <a:ext cx="10927829" cy="526929"/>
      </dsp:txXfrm>
    </dsp:sp>
    <dsp:sp modelId="{827CB8F1-9323-4A49-A5E0-7C83A1833A7D}">
      <dsp:nvSpPr>
        <dsp:cNvPr id="0" name=""/>
        <dsp:cNvSpPr/>
      </dsp:nvSpPr>
      <dsp:spPr>
        <a:xfrm>
          <a:off x="0" y="1054308"/>
          <a:ext cx="10927829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CF748-7488-4C46-A376-AFF01B0174A1}">
      <dsp:nvSpPr>
        <dsp:cNvPr id="0" name=""/>
        <dsp:cNvSpPr/>
      </dsp:nvSpPr>
      <dsp:spPr>
        <a:xfrm>
          <a:off x="0" y="1054308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CrossRef, Semantic Scholar, OpenAlex, DBLP – free APIs</a:t>
          </a:r>
          <a:endParaRPr lang="en-US" sz="1400" kern="1200"/>
        </a:p>
      </dsp:txBody>
      <dsp:txXfrm>
        <a:off x="0" y="1054308"/>
        <a:ext cx="10927829" cy="526929"/>
      </dsp:txXfrm>
    </dsp:sp>
    <dsp:sp modelId="{FFE07BE8-6980-49AD-AE40-E7FEAEF559FB}">
      <dsp:nvSpPr>
        <dsp:cNvPr id="0" name=""/>
        <dsp:cNvSpPr/>
      </dsp:nvSpPr>
      <dsp:spPr>
        <a:xfrm>
          <a:off x="0" y="1581237"/>
          <a:ext cx="10927829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8DFA6-45B2-4A73-BC6D-6551C5949754}">
      <dsp:nvSpPr>
        <dsp:cNvPr id="0" name=""/>
        <dsp:cNvSpPr/>
      </dsp:nvSpPr>
      <dsp:spPr>
        <a:xfrm>
          <a:off x="0" y="1581237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Groq (LLaMA) and Google Gemini – free AI tiers</a:t>
          </a:r>
          <a:endParaRPr lang="en-US" sz="1400" kern="1200"/>
        </a:p>
      </dsp:txBody>
      <dsp:txXfrm>
        <a:off x="0" y="1581237"/>
        <a:ext cx="10927829" cy="526929"/>
      </dsp:txXfrm>
    </dsp:sp>
    <dsp:sp modelId="{8288992E-A1BC-4716-B911-11907B3AFC2C}">
      <dsp:nvSpPr>
        <dsp:cNvPr id="0" name=""/>
        <dsp:cNvSpPr/>
      </dsp:nvSpPr>
      <dsp:spPr>
        <a:xfrm>
          <a:off x="0" y="2108167"/>
          <a:ext cx="10927829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18CFB-7752-49DD-BB91-CAD3F90628E3}">
      <dsp:nvSpPr>
        <dsp:cNvPr id="0" name=""/>
        <dsp:cNvSpPr/>
      </dsp:nvSpPr>
      <dsp:spPr>
        <a:xfrm>
          <a:off x="0" y="2108167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Fonts: IBM Plex Sans &amp; Mono</a:t>
          </a:r>
          <a:endParaRPr lang="en-US" sz="1400" kern="1200"/>
        </a:p>
      </dsp:txBody>
      <dsp:txXfrm>
        <a:off x="0" y="2108167"/>
        <a:ext cx="10927829" cy="526929"/>
      </dsp:txXfrm>
    </dsp:sp>
    <dsp:sp modelId="{809236C0-D038-4C69-8FF0-B5D18AC9B029}">
      <dsp:nvSpPr>
        <dsp:cNvPr id="0" name=""/>
        <dsp:cNvSpPr/>
      </dsp:nvSpPr>
      <dsp:spPr>
        <a:xfrm>
          <a:off x="0" y="2635096"/>
          <a:ext cx="10927829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5B464-0099-4347-A0C3-640FB6264887}">
      <dsp:nvSpPr>
        <dsp:cNvPr id="0" name=""/>
        <dsp:cNvSpPr/>
      </dsp:nvSpPr>
      <dsp:spPr>
        <a:xfrm>
          <a:off x="0" y="2635096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Icons: standard Unicode</a:t>
          </a:r>
          <a:endParaRPr lang="en-US" sz="1400" kern="1200"/>
        </a:p>
      </dsp:txBody>
      <dsp:txXfrm>
        <a:off x="0" y="2635096"/>
        <a:ext cx="10927829" cy="526929"/>
      </dsp:txXfrm>
    </dsp:sp>
    <dsp:sp modelId="{A8C173AB-CC24-4CE3-ABBF-E2C57987B5AF}">
      <dsp:nvSpPr>
        <dsp:cNvPr id="0" name=""/>
        <dsp:cNvSpPr/>
      </dsp:nvSpPr>
      <dsp:spPr>
        <a:xfrm>
          <a:off x="0" y="3162025"/>
          <a:ext cx="10927829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14F7D-479B-431F-A83F-7BAFDFD78BA0}">
      <dsp:nvSpPr>
        <dsp:cNvPr id="0" name=""/>
        <dsp:cNvSpPr/>
      </dsp:nvSpPr>
      <dsp:spPr>
        <a:xfrm>
          <a:off x="0" y="3162025"/>
          <a:ext cx="10927829" cy="526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Project repository:</a:t>
          </a:r>
          <a:r>
            <a:rPr lang="en-IN" sz="1400" kern="1200"/>
            <a:t> (provided separately)</a:t>
          </a:r>
          <a:br>
            <a:rPr lang="en-IN" sz="1400" kern="1200"/>
          </a:br>
          <a:endParaRPr lang="en-US" sz="1400" kern="1200"/>
        </a:p>
      </dsp:txBody>
      <dsp:txXfrm>
        <a:off x="0" y="3162025"/>
        <a:ext cx="10927829" cy="5269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19732-AEBD-49E4-AEA4-0A73F91C2026}">
      <dsp:nvSpPr>
        <dsp:cNvPr id="0" name=""/>
        <dsp:cNvSpPr/>
      </dsp:nvSpPr>
      <dsp:spPr>
        <a:xfrm>
          <a:off x="1953914" y="27750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148C2-1555-4A98-838D-8F9BE664590A}">
      <dsp:nvSpPr>
        <dsp:cNvPr id="0" name=""/>
        <dsp:cNvSpPr/>
      </dsp:nvSpPr>
      <dsp:spPr>
        <a:xfrm>
          <a:off x="765914" y="269190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b="1" kern="1200"/>
            <a:t>Thank You</a:t>
          </a:r>
          <a:endParaRPr lang="en-US" sz="5000" kern="1200"/>
        </a:p>
      </dsp:txBody>
      <dsp:txXfrm>
        <a:off x="765914" y="2691902"/>
        <a:ext cx="4320000" cy="720000"/>
      </dsp:txXfrm>
    </dsp:sp>
    <dsp:sp modelId="{61A220D8-E451-411A-92FD-EE4B626428A0}">
      <dsp:nvSpPr>
        <dsp:cNvPr id="0" name=""/>
        <dsp:cNvSpPr/>
      </dsp:nvSpPr>
      <dsp:spPr>
        <a:xfrm>
          <a:off x="7029914" y="27750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8344E-9338-4B36-8D06-A4D4FE3CFE72}">
      <dsp:nvSpPr>
        <dsp:cNvPr id="0" name=""/>
        <dsp:cNvSpPr/>
      </dsp:nvSpPr>
      <dsp:spPr>
        <a:xfrm>
          <a:off x="5841914" y="269190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/>
            <a:t>Questions?</a:t>
          </a:r>
          <a:endParaRPr lang="en-US" sz="5000" kern="1200"/>
        </a:p>
      </dsp:txBody>
      <dsp:txXfrm>
        <a:off x="5841914" y="2691902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6859D-D76C-4112-9537-7D1A690F1019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442C3-1E16-45D4-8E91-F20DD57F9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59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442C3-1E16-45D4-8E91-F20DD57F98D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82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AB21-3364-C3C1-2496-D0D5E7743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3CD91-CDF2-DC64-A953-043CB044D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63D17-96DC-B843-21F4-99C8F988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9189C-12E7-4FEA-4D79-2737E8046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7F312-0776-1BB9-5FF8-3CDBB149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2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8E1B-5302-3E07-A97A-8B01C039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2616F-890A-DA4B-0E34-AD8834AAF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594F-ECDF-64D5-6692-C438F2BA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45E0D-9CD2-25FA-AC15-FD90D75B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8F8C-7590-35C9-DC4E-908B88A7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21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EDD3-7D5D-2820-A70A-81E10CB7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446BA-2E51-E4E9-B2B0-97B0AAEB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C12BE-AEB0-138D-1A68-EC66B7F9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EFC47-B47C-9EF1-8AC6-E408DE5F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6B751-D848-1E82-748B-4542782C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7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117-47D8-D2CD-EB94-ED39758C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41DC3-392F-EAB5-BC37-8F1B45257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00C5F-DD6A-7DCA-4139-F57F3E1DD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8B217-F5A8-C075-C03D-9D0A7D04E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3431F-37EF-FD93-43EB-8F5B28BD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53349-D43A-8B70-DCA6-A2A5DEE9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28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0B6B-24B1-57CF-9947-3CC72162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B9041-B65C-7E3F-AD37-DBE0954F1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070B0-8ACD-BF92-4554-95BF88C9E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7BDAE-0B8D-E80C-4642-0A6D68383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70D28-4B56-F3A5-C72C-635A49D9F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970CD-66D5-94EE-9395-C8FFB3A8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4CB60-A079-537F-6D57-2AF18ADB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BDD5B-03C3-90C4-30D4-BF632925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495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6681-49E5-F734-9B66-B7AD7970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298DA-D433-D535-E3B9-26F2FC86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C94F0-9ADA-4294-EB01-4EEC7740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9095C-EE48-43B6-B3DB-AFA82DF8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61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F8413-02A9-EE45-4A7B-29CF222A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08539-2C54-849A-EFF3-05C0E746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A15A-E0A6-FD22-C605-67E0E9CB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32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0EF6-7953-FEB5-FE13-88F77F6A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85F9-A813-36B5-60A5-31C77A217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97EBA-0DD4-B4CB-BA47-F148440C7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B904B-F88D-5437-AAEE-F093FE99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6846-1E15-2624-53F7-2436E674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85148-A11A-9073-3DFB-D29FC6F9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B9F8-8205-C3AD-2B31-BB641097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4FD97-303F-591B-2BEA-E6E4C75E0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BE1E7-14A9-EAFA-D457-23C9ABD28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FD15D-F5CD-0C43-2960-2B738541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2918E-05BE-00D2-5DE3-71EEE60D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E64C8-E13E-9062-CE73-BDB4A394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4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0FBD-01A3-9F8D-640C-7E53D883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96E74-CF69-F2C2-E28A-5076EDD02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C43F8-B4B1-6928-00C5-85FF2B31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C1E8B-443B-2855-D367-3D96FFD6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CBFA3-5FDB-1123-6041-7730DA4A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35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8096E-1F3C-5DA5-B4B6-48469C9D4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FCCA2-4DB0-38D4-320E-654B523D3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70FDC-1DF4-2E1E-74FD-3238DF49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40809-2DBB-05DC-A545-E328CE4D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C6FAA-F400-FDCB-98D6-E7F6FA75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49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48DEA-C0D0-7460-6199-AD15A67B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FC37A-54F6-9D6E-6D1D-C1CEA0957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1A7D1-3B89-39D1-5822-4F55C4B8F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0069D-E9C8-4708-A1A4-B083F0FC5B6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047DE-5FD0-5E9F-306D-7A6E3998B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8F88-7F12-1A43-41B7-4A9C95166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6700F-4263-43B2-BDF1-5F8FE4667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0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186250EF-20D5-1D98-7963-B5A67AF477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-1" b="2498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594C07-FB6D-C017-9DD2-45FE50988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IN" sz="6600" b="1">
                <a:solidFill>
                  <a:schemeClr val="bg1"/>
                </a:solidFill>
              </a:rPr>
              <a:t>LNI Reference Checker</a:t>
            </a:r>
            <a:endParaRPr lang="en-IN" sz="6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E3F27-9C81-1666-3851-762E4A359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Automated Academic Reference Verification</a:t>
            </a:r>
          </a:p>
          <a:p>
            <a:r>
              <a:rPr lang="en-US">
                <a:solidFill>
                  <a:schemeClr val="bg1"/>
                </a:solidFill>
              </a:rPr>
              <a:t>Module 12 Individual Project – Information Technology</a:t>
            </a:r>
          </a:p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3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C3059-A99B-BEBE-56C8-7ADF30AB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</a:rPr>
              <a:t>Motivation &amp; Problem</a:t>
            </a:r>
            <a:br>
              <a:rPr lang="en-IN" sz="2800" b="1" dirty="0">
                <a:solidFill>
                  <a:srgbClr val="FFFFFF"/>
                </a:solidFill>
              </a:rPr>
            </a:br>
            <a:endParaRPr lang="en-IN" sz="2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E38E0C-F7FF-9D24-2F31-94D024B0D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2610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45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071B51-2712-A274-3AF8-AF7E94E6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IN" sz="2800" b="1" dirty="0">
                <a:solidFill>
                  <a:srgbClr val="FFFFFF"/>
                </a:solidFill>
              </a:rPr>
              <a:t>Solution Overview</a:t>
            </a:r>
            <a:br>
              <a:rPr lang="en-IN" sz="2800" b="1" dirty="0">
                <a:solidFill>
                  <a:srgbClr val="FFFFFF"/>
                </a:solidFill>
              </a:rPr>
            </a:br>
            <a:endParaRPr lang="en-IN" sz="2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AC6AB3-3C4C-A3C6-244F-211398014C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03610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484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8F08C-B4E1-71F6-CB80-E0D25F1F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System Architecture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09DFB8-D668-CDEB-7B71-28E9736F2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77" y="467208"/>
            <a:ext cx="713684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C8BF7-68E2-292A-E89E-62012BDA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 Verification Pipeline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C4793-28E1-C453-32BB-2AFE0E8CF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77" y="467208"/>
            <a:ext cx="7136849" cy="604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4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9D188-CC0A-BF72-9891-4FF2C847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Scoring System (0–100)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27A046-575B-422D-48DC-9B84AA670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42" y="806824"/>
            <a:ext cx="2919738" cy="149411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Grade scale:</a:t>
            </a:r>
            <a:r>
              <a:rPr kumimoji="0" lang="en-US" altLang="en-US" sz="2000" b="0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 A+ (95+) … F (&lt;45)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891F02-9F78-4F14-02CE-2597B9209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632410"/>
              </p:ext>
            </p:extLst>
          </p:nvPr>
        </p:nvGraphicFramePr>
        <p:xfrm>
          <a:off x="4502428" y="1130359"/>
          <a:ext cx="7225749" cy="45972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57329">
                  <a:extLst>
                    <a:ext uri="{9D8B030D-6E8A-4147-A177-3AD203B41FA5}">
                      <a16:colId xmlns:a16="http://schemas.microsoft.com/office/drawing/2014/main" val="3337394154"/>
                    </a:ext>
                  </a:extLst>
                </a:gridCol>
                <a:gridCol w="2688256">
                  <a:extLst>
                    <a:ext uri="{9D8B030D-6E8A-4147-A177-3AD203B41FA5}">
                      <a16:colId xmlns:a16="http://schemas.microsoft.com/office/drawing/2014/main" val="2309808114"/>
                    </a:ext>
                  </a:extLst>
                </a:gridCol>
                <a:gridCol w="1780164">
                  <a:extLst>
                    <a:ext uri="{9D8B030D-6E8A-4147-A177-3AD203B41FA5}">
                      <a16:colId xmlns:a16="http://schemas.microsoft.com/office/drawing/2014/main" val="2260007997"/>
                    </a:ext>
                  </a:extLst>
                </a:gridCol>
              </a:tblGrid>
              <a:tr h="45972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Penalty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Per item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Cap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extLst>
                  <a:ext uri="{0D108BD9-81ED-4DB2-BD59-A6C34878D82A}">
                    <a16:rowId xmlns:a16="http://schemas.microsoft.com/office/drawing/2014/main" val="2543950903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Retracted paper cited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–25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50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3586554367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Missing from bibliography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–10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30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3095014864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Likely fabricated reference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–15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45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2215458320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Year mismatch (&gt;1 year)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–8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24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37273145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Author mismatch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–5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20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3865728447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Orphaned bib entry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–5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20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3622406647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Incomplete LNI entry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–5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20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3667279203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Duplicate entry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–5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10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1771668870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LNI style violations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5347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–2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113794" marT="71122" marB="7112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6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794" marR="85347" marT="71122" marB="71122" anchor="ctr"/>
                </a:tc>
                <a:extLst>
                  <a:ext uri="{0D108BD9-81ED-4DB2-BD59-A6C34878D82A}">
                    <a16:rowId xmlns:a16="http://schemas.microsoft.com/office/drawing/2014/main" val="485992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512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09ACA-FD52-3307-ECDC-12D8AA506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E8D45-D427-0A78-E1A9-DF0423A8E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8B7CDB-27F5-7E63-EF8E-190203D22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5B9AEE-9311-03EA-CE3F-E4A87830A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C2C064-DEED-8905-772E-E2F7FF5E6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8370B9-6B5B-3A8A-1E51-C0D50B674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88E03-E095-6AB9-C575-4F371EFD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Key Features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1794EB-D7E4-310F-CB0F-7293C2C5E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42" y="806824"/>
            <a:ext cx="2919738" cy="149411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071F5-AC0C-2276-63C8-143651E3C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1442" y="623432"/>
            <a:ext cx="7714584" cy="553386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Multi‑format support (PDF, DOCX, </a:t>
            </a:r>
            <a:r>
              <a:rPr lang="en-IN" dirty="0" err="1"/>
              <a:t>TeX</a:t>
            </a:r>
            <a:r>
              <a:rPr lang="en-IN" dirty="0"/>
              <a:t>/.bib)</a:t>
            </a:r>
          </a:p>
          <a:p>
            <a:r>
              <a:rPr lang="en-IN" dirty="0"/>
              <a:t> Scanned PDF detection &amp; user warnings</a:t>
            </a:r>
          </a:p>
          <a:p>
            <a:r>
              <a:rPr lang="en-IN" dirty="0"/>
              <a:t> Real‑time progress streaming (Server‑Sent Events)</a:t>
            </a:r>
          </a:p>
          <a:p>
            <a:r>
              <a:rPr lang="en-IN" dirty="0"/>
              <a:t> Batch mode – upload up to 50 files</a:t>
            </a:r>
          </a:p>
          <a:p>
            <a:r>
              <a:rPr lang="en-IN" dirty="0"/>
              <a:t> AI‑powered fake reference identification</a:t>
            </a:r>
          </a:p>
          <a:p>
            <a:r>
              <a:rPr lang="en-IN" dirty="0"/>
              <a:t> Retraction checking via </a:t>
            </a:r>
            <a:r>
              <a:rPr lang="en-IN" dirty="0" err="1"/>
              <a:t>CrossRef</a:t>
            </a:r>
            <a:endParaRPr lang="en-IN" dirty="0"/>
          </a:p>
          <a:p>
            <a:r>
              <a:rPr lang="en-IN" dirty="0"/>
              <a:t> Export corrected .bib with database metadata</a:t>
            </a:r>
          </a:p>
          <a:p>
            <a:r>
              <a:rPr lang="en-IN" dirty="0"/>
              <a:t> Professor review queue &amp; false‑positive correction</a:t>
            </a:r>
          </a:p>
          <a:p>
            <a:r>
              <a:rPr lang="en-IN" dirty="0"/>
              <a:t> Dark mode &amp; responsive UI</a:t>
            </a:r>
          </a:p>
          <a:p>
            <a:r>
              <a:rPr lang="en-IN" dirty="0"/>
              <a:t> Comprehensive test suite (110+ tests)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798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A212D-0DFF-8EAB-986C-B2AB433F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rgbClr val="FFFFFF"/>
                </a:solidFill>
              </a:rPr>
              <a:t>Test Coverage</a:t>
            </a:r>
            <a:br>
              <a:rPr lang="en-IN" sz="3400" b="1" dirty="0">
                <a:solidFill>
                  <a:srgbClr val="FFFFFF"/>
                </a:solidFill>
              </a:rPr>
            </a:br>
            <a:endParaRPr lang="en-IN" sz="3400" dirty="0">
              <a:solidFill>
                <a:srgbClr val="FFFFFF"/>
              </a:solidFill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B232932-2AF2-9B32-C4D8-AD5FA2065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IN" sz="2000" b="1"/>
              <a:t>Category P (50 tests)</a:t>
            </a:r>
            <a:r>
              <a:rPr lang="en-IN" sz="2000"/>
              <a:t> – LNI key validation, parser, completeness</a:t>
            </a:r>
          </a:p>
          <a:p>
            <a:r>
              <a:rPr lang="en-IN" sz="2000" b="1"/>
              <a:t>Category C (38 tests)</a:t>
            </a:r>
            <a:r>
              <a:rPr lang="en-IN" sz="2000"/>
              <a:t> – title similarity, surname extraction, author overlap</a:t>
            </a:r>
          </a:p>
          <a:p>
            <a:r>
              <a:rPr lang="en-IN" sz="2000" b="1"/>
              <a:t>Category E (22 tests)</a:t>
            </a:r>
            <a:r>
              <a:rPr lang="en-IN" sz="2000"/>
              <a:t> – bibliography detection, PDF/DOCX extraction</a:t>
            </a:r>
          </a:p>
          <a:p>
            <a:r>
              <a:rPr lang="en-IN" sz="2000" b="1"/>
              <a:t>Category D (12 tests)</a:t>
            </a:r>
            <a:r>
              <a:rPr lang="en-IN" sz="2000"/>
              <a:t> – SQLite cache, normalisation</a:t>
            </a:r>
          </a:p>
          <a:p>
            <a:r>
              <a:rPr lang="en-IN" sz="2000" b="1"/>
              <a:t>Category I (10 tests)</a:t>
            </a:r>
            <a:r>
              <a:rPr lang="en-IN" sz="2000"/>
              <a:t> – real API integration (network)</a:t>
            </a:r>
          </a:p>
          <a:p>
            <a:r>
              <a:rPr lang="en-IN" sz="2000" b="1"/>
              <a:t>Category S (15 tests)</a:t>
            </a:r>
            <a:r>
              <a:rPr lang="en-IN" sz="2000"/>
              <a:t> – edge cases, performance</a:t>
            </a:r>
          </a:p>
          <a:p>
            <a:r>
              <a:rPr lang="en-IN" sz="2000" b="1"/>
              <a:t>Category X (10 tests)</a:t>
            </a:r>
            <a:r>
              <a:rPr lang="en-IN" sz="2000"/>
              <a:t> – cross‑check logic</a:t>
            </a:r>
          </a:p>
          <a:p>
            <a:r>
              <a:rPr lang="en-IN" sz="2000" b="1"/>
              <a:t>Run:</a:t>
            </a:r>
            <a:r>
              <a:rPr lang="en-IN" sz="2000"/>
              <a:t> pytest tests/test_all.py -v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53698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1ED8A68-A582-AC62-104E-E319E9DB3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EEAAF-BBD4-898E-1D56-295BFD16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250409"/>
            <a:ext cx="10222952" cy="122829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Demo – Using the Tool</a:t>
            </a:r>
            <a:br>
              <a:rPr lang="en-IN" sz="4000" b="1" dirty="0"/>
            </a:br>
            <a:endParaRPr lang="en-IN" sz="4000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4FE2D73-8E81-5A65-FB1C-C888D28A14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9423631"/>
              </p:ext>
            </p:extLst>
          </p:nvPr>
        </p:nvGraphicFramePr>
        <p:xfrm>
          <a:off x="2713703" y="2271252"/>
          <a:ext cx="5742039" cy="4027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15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2DD8C-07FD-9CDF-1BC3-2E3192D82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2800" b="1">
                <a:solidFill>
                  <a:srgbClr val="FFFFFF"/>
                </a:solidFill>
              </a:rPr>
              <a:t>Technical Stack</a:t>
            </a:r>
            <a:br>
              <a:rPr lang="en-IN" sz="2800" b="1">
                <a:solidFill>
                  <a:srgbClr val="FFFFFF"/>
                </a:solidFill>
              </a:rPr>
            </a:br>
            <a:endParaRPr lang="en-IN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AF7DC7-9003-886A-780D-F3D1006B07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0053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967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913B8-0CAA-C490-215F-5D0F820E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</a:rPr>
              <a:t>Challenges &amp; Solutions</a:t>
            </a:r>
            <a:br>
              <a:rPr lang="en-IN" sz="3400" b="1">
                <a:solidFill>
                  <a:srgbClr val="FFFFFF"/>
                </a:solidFill>
              </a:rPr>
            </a:br>
            <a:br>
              <a:rPr lang="en-IN" sz="3400">
                <a:solidFill>
                  <a:srgbClr val="FFFFFF"/>
                </a:solidFill>
              </a:rPr>
            </a:br>
            <a:endParaRPr lang="en-IN" sz="34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E70FD2-F6C9-9347-0B8A-CDB9B7C14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851391"/>
              </p:ext>
            </p:extLst>
          </p:nvPr>
        </p:nvGraphicFramePr>
        <p:xfrm>
          <a:off x="871110" y="2615979"/>
          <a:ext cx="10473721" cy="3689408"/>
        </p:xfrm>
        <a:graphic>
          <a:graphicData uri="http://schemas.openxmlformats.org/drawingml/2006/table">
            <a:tbl>
              <a:tblPr/>
              <a:tblGrid>
                <a:gridCol w="5134335">
                  <a:extLst>
                    <a:ext uri="{9D8B030D-6E8A-4147-A177-3AD203B41FA5}">
                      <a16:colId xmlns:a16="http://schemas.microsoft.com/office/drawing/2014/main" val="2918241528"/>
                    </a:ext>
                  </a:extLst>
                </a:gridCol>
                <a:gridCol w="5339386">
                  <a:extLst>
                    <a:ext uri="{9D8B030D-6E8A-4147-A177-3AD203B41FA5}">
                      <a16:colId xmlns:a16="http://schemas.microsoft.com/office/drawing/2014/main" val="2186129098"/>
                    </a:ext>
                  </a:extLst>
                </a:gridCol>
              </a:tblGrid>
              <a:tr h="512348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100" b="0" i="0" u="none" strike="noStrike">
                          <a:effectLst/>
                          <a:latin typeface="quote-cjk-patch"/>
                        </a:rPr>
                        <a:t>Challenge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32" marR="14244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100" b="0" i="0" u="none" strike="noStrike">
                          <a:effectLst/>
                          <a:latin typeface="quote-cjk-patch"/>
                        </a:rPr>
                        <a:t>Solution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442" marR="14244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274748"/>
                  </a:ext>
                </a:extLst>
              </a:tr>
              <a:tr h="7942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100" b="0" i="0" u="none" strike="noStrike">
                          <a:effectLst/>
                          <a:latin typeface="quote-cjk-patch"/>
                        </a:rPr>
                        <a:t>Scanned / image‑only PDFs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32" marR="14244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100" b="0" i="0" u="none" strike="noStrike">
                          <a:effectLst/>
                          <a:latin typeface="quote-cjk-patch"/>
                        </a:rPr>
                        <a:t>Warning banner + fallback extraction; recommend original source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442" marR="10683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302350"/>
                  </a:ext>
                </a:extLst>
              </a:tr>
              <a:tr h="7942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100" b="0" i="0" u="none" strike="noStrike">
                          <a:effectLst/>
                          <a:latin typeface="quote-cjk-patch"/>
                        </a:rPr>
                        <a:t>Slow API rate limits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32" marR="14244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100" b="0" i="0" u="none" strike="noStrike">
                          <a:effectLst/>
                          <a:latin typeface="quote-cjk-patch"/>
                        </a:rPr>
                        <a:t>Parallel threads, in‑memory + disk cache, rate limiting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442" marR="10683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333356"/>
                  </a:ext>
                </a:extLst>
              </a:tr>
              <a:tr h="7942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100" b="0" i="0" u="none" strike="noStrike">
                          <a:effectLst/>
                          <a:latin typeface="quote-cjk-patch"/>
                        </a:rPr>
                        <a:t>German conferences not in global databases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32" marR="14244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100" b="0" i="0" u="none" strike="noStrike">
                          <a:effectLst/>
                          <a:latin typeface="quote-cjk-patch"/>
                        </a:rPr>
                        <a:t>Whitelist (review_queue.py) for GI/LNI/Dagstuhl venues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442" marR="10683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395462"/>
                  </a:ext>
                </a:extLst>
              </a:tr>
              <a:tr h="7942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100" b="0" i="0" u="none" strike="noStrike">
                          <a:effectLst/>
                          <a:latin typeface="quote-cjk-patch"/>
                        </a:rPr>
                        <a:t>AI false positives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32" marR="14244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100" b="0" i="0" u="none" strike="noStrike">
                          <a:effectLst/>
                          <a:latin typeface="quote-cjk-patch"/>
                        </a:rPr>
                        <a:t>Composite scoring + professor manual override + false‑positive table</a:t>
                      </a:r>
                      <a:endParaRPr lang="en-IN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442" marR="106832" marT="89026" marB="89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985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18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2BAD3-BCB0-E8C8-7555-FC4D5015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</a:rPr>
              <a:t> Future Improvements</a:t>
            </a:r>
            <a:br>
              <a:rPr lang="en-IN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A604960-F838-816D-87C4-51071FDE4F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874958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420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B99DC-C238-D793-2600-58A9A2AA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</a:rPr>
              <a:t>References &amp; Acknowledgements</a:t>
            </a:r>
            <a:br>
              <a:rPr lang="en-IN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435E93-3191-40FD-34B1-B4C0D8C07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41128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474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7E117-BE2D-66B3-18DA-D183E06D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</a:rPr>
              <a:t>Thank You / Q&amp;A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008BE5-A6D0-DCE9-FED6-93721EA41B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05633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73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809</Words>
  <Application>Microsoft Office PowerPoint</Application>
  <PresentationFormat>Widescreen</PresentationFormat>
  <Paragraphs>138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quote-cjk-patch</vt:lpstr>
      <vt:lpstr>Office Theme</vt:lpstr>
      <vt:lpstr>LNI Reference Checker</vt:lpstr>
      <vt:lpstr>Motivation &amp; Problem </vt:lpstr>
      <vt:lpstr>Solution Overview </vt:lpstr>
      <vt:lpstr> System Architecture </vt:lpstr>
      <vt:lpstr>Reference Verification Pipeline </vt:lpstr>
      <vt:lpstr>Scoring System (0–100)</vt:lpstr>
      <vt:lpstr>Key Features</vt:lpstr>
      <vt:lpstr>Test Coverage </vt:lpstr>
      <vt:lpstr>Demo – Using the Tool </vt:lpstr>
      <vt:lpstr>Technical Stack </vt:lpstr>
      <vt:lpstr>Challenges &amp; Solutions  </vt:lpstr>
      <vt:lpstr> Future Improvements </vt:lpstr>
      <vt:lpstr>References &amp; Acknowledgements </vt:lpstr>
      <vt:lpstr>Thank You /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Prabhu, Mithila Maruti</dc:creator>
  <cp:lastModifiedBy>Prabhu, Mithila Maruti</cp:lastModifiedBy>
  <cp:revision>10</cp:revision>
  <dcterms:created xsi:type="dcterms:W3CDTF">2026-05-17T16:21:27Z</dcterms:created>
  <dcterms:modified xsi:type="dcterms:W3CDTF">2026-05-17T17:00:10Z</dcterms:modified>
</cp:coreProperties>
</file>